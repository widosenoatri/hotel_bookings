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notesMasterIdLst>
    <p:notesMasterId r:id="rId20"/>
  </p:notesMasterIdLst>
  <p:sldIdLst>
    <p:sldId id="256" r:id="rId2"/>
    <p:sldId id="257" r:id="rId3"/>
    <p:sldId id="282" r:id="rId4"/>
    <p:sldId id="265" r:id="rId5"/>
    <p:sldId id="275" r:id="rId6"/>
    <p:sldId id="276" r:id="rId7"/>
    <p:sldId id="277" r:id="rId8"/>
    <p:sldId id="278" r:id="rId9"/>
    <p:sldId id="258" r:id="rId10"/>
    <p:sldId id="259" r:id="rId11"/>
    <p:sldId id="270" r:id="rId12"/>
    <p:sldId id="271" r:id="rId13"/>
    <p:sldId id="272" r:id="rId14"/>
    <p:sldId id="273" r:id="rId15"/>
    <p:sldId id="280" r:id="rId16"/>
    <p:sldId id="281" r:id="rId17"/>
    <p:sldId id="274" r:id="rId18"/>
    <p:sldId id="283" r:id="rId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00" autoAdjust="0"/>
    <p:restoredTop sz="91921" autoAdjust="0"/>
  </p:normalViewPr>
  <p:slideViewPr>
    <p:cSldViewPr snapToGrid="0">
      <p:cViewPr varScale="1">
        <p:scale>
          <a:sx n="65" d="100"/>
          <a:sy n="65" d="100"/>
        </p:scale>
        <p:origin x="858"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diagrams/colors1.xml><?xml version="1.0" encoding="utf-8"?>
<dgm:colorsDef xmlns:dgm="http://schemas.openxmlformats.org/drawingml/2006/diagram" xmlns:a="http://schemas.openxmlformats.org/drawingml/2006/main" uniqueId="urn:microsoft.com/office/officeart/2005/8/colors/accent0_2">
  <dgm:title val=""/>
  <dgm:desc val=""/>
  <dgm:catLst>
    <dgm:cat type="mainScheme" pri="10200"/>
  </dgm:catLst>
  <dgm:styleLbl name="node0">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lig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l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vennNode1">
    <dgm:fillClrLst meth="repeat">
      <a:schemeClr val="lt1">
        <a:alpha val="50000"/>
      </a:schemeClr>
    </dgm:fillClrLst>
    <dgm:linClrLst meth="repeat">
      <a:schemeClr val="dk2">
        <a:shade val="80000"/>
      </a:schemeClr>
    </dgm:linClrLst>
    <dgm:effectClrLst/>
    <dgm:txLinClrLst/>
    <dgm:txFillClrLst/>
    <dgm:txEffectClrLst/>
  </dgm:styleLbl>
  <dgm:styleLbl name="node2">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3">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4">
    <dgm:fillClrLst meth="repeat">
      <a:schemeClr val="lt1"/>
    </dgm:fillClrLst>
    <dgm:linClrLst meth="repeat">
      <a:schemeClr val="dk2">
        <a:shade val="80000"/>
      </a:schemeClr>
    </dgm:linClrLst>
    <dgm:effectClrLst/>
    <dgm:txLinClrLst/>
    <dgm:txFillClrLst meth="repeat">
      <a:schemeClr val="dk2"/>
    </dgm:txFillClrLst>
    <dgm:txEffectClrLst/>
  </dgm:styleLbl>
  <dgm:styleLbl name="f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align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b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sibTrans1D1">
    <dgm:fillClrLst meth="repeat">
      <a:schemeClr val="dk2"/>
    </dgm:fillClrLst>
    <dgm:linClrLst meth="repeat">
      <a:schemeClr val="dk2"/>
    </dgm:linClrLst>
    <dgm:effectClrLst/>
    <dgm:txLinClrLst/>
    <dgm:txFillClrLst meth="repeat">
      <a:schemeClr val="tx1"/>
    </dgm:txFillClrLst>
    <dgm:txEffectClrLst/>
  </dgm:styleLbl>
  <dgm:styleLbl name="callout">
    <dgm:fillClrLst meth="repeat">
      <a:schemeClr val="dk2"/>
    </dgm:fillClrLst>
    <dgm:linClrLst meth="repeat">
      <a:schemeClr val="dk2"/>
    </dgm:linClrLst>
    <dgm:effectClrLst/>
    <dgm:txLinClrLst/>
    <dgm:txFillClrLst meth="repeat">
      <a:schemeClr val="tx1"/>
    </dgm:txFillClrLst>
    <dgm:txEffectClrLst/>
  </dgm:styleLbl>
  <dgm:styleLbl name="asst0">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2">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3">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4">
    <dgm:fillClrLst meth="repeat">
      <a:schemeClr val="lt1"/>
    </dgm:fillClrLst>
    <dgm:linClrLst meth="repeat">
      <a:schemeClr val="dk2">
        <a:shade val="80000"/>
      </a:schemeClr>
    </dgm:linClrLst>
    <dgm:effectClrLst/>
    <dgm:txLinClrLst/>
    <dgm:txFillClrLst meth="repeat">
      <a:schemeClr val="dk2"/>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dgm:txEffectClrLst/>
  </dgm:styleLbl>
  <dgm:styleLbl name="parChTrans2D2">
    <dgm:fillClrLst meth="repeat">
      <a:schemeClr val="dk2"/>
    </dgm:fillClrLst>
    <dgm:linClrLst meth="repeat">
      <a:schemeClr val="dk2"/>
    </dgm:linClrLst>
    <dgm:effectClrLst/>
    <dgm:txLinClrLst/>
    <dgm:txFillClrLst/>
    <dgm:txEffectClrLst/>
  </dgm:styleLbl>
  <dgm:styleLbl name="parChTrans2D3">
    <dgm:fillClrLst meth="repeat">
      <a:schemeClr val="dk2"/>
    </dgm:fillClrLst>
    <dgm:linClrLst meth="repeat">
      <a:schemeClr val="dk2"/>
    </dgm:linClrLst>
    <dgm:effectClrLst/>
    <dgm:txLinClrLst/>
    <dgm:txFillClrLst/>
    <dgm:txEffectClrLst/>
  </dgm:styleLbl>
  <dgm:styleLbl name="parChTrans2D4">
    <dgm:fillClrLst meth="repeat">
      <a:schemeClr val="dk2"/>
    </dgm:fillClrLst>
    <dgm:linClrLst meth="repeat">
      <a:schemeClr val="dk2"/>
    </dgm:linClrLst>
    <dgm:effectClrLst/>
    <dgm:txLinClrLst/>
    <dgm:txFillClrLst meth="repeat">
      <a:schemeClr val="lt1"/>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con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align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trAlignAcc1">
    <dgm:fillClrLst meth="repeat">
      <a:schemeClr val="dk2">
        <a:alpha val="40000"/>
        <a:tint val="40000"/>
      </a:schemeClr>
    </dgm:fillClrLst>
    <dgm:linClrLst meth="repeat">
      <a:schemeClr val="dk2"/>
    </dgm:linClrLst>
    <dgm:effectClrLst/>
    <dgm:txLinClrLst/>
    <dgm:txFillClrLst meth="repeat">
      <a:schemeClr val="dk2"/>
    </dgm:txFillClrLst>
    <dgm:txEffectClrLst/>
  </dgm:styleLbl>
  <dgm:styleLbl name="b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solidFgAcc1">
    <dgm:fillClrLst meth="repeat">
      <a:schemeClr val="lt1"/>
    </dgm:fillClrLst>
    <dgm:linClrLst meth="repeat">
      <a:schemeClr val="dk2"/>
    </dgm:linClrLst>
    <dgm:effectClrLst/>
    <dgm:txLinClrLst/>
    <dgm:txFillClrLst meth="repeat">
      <a:schemeClr val="dk2"/>
    </dgm:txFillClrLst>
    <dgm:txEffectClrLst/>
  </dgm:styleLbl>
  <dgm:styleLbl name="solidAlignAcc1">
    <dgm:fillClrLst meth="repeat">
      <a:schemeClr val="lt1"/>
    </dgm:fillClrLst>
    <dgm:linClrLst meth="repeat">
      <a:schemeClr val="dk2"/>
    </dgm:linClrLst>
    <dgm:effectClrLst/>
    <dgm:txLinClrLst/>
    <dgm:txFillClrLst meth="repeat">
      <a:schemeClr val="dk2"/>
    </dgm:txFillClrLst>
    <dgm:txEffectClrLst/>
  </dgm:styleLbl>
  <dgm:styleLbl name="solidBgAcc1">
    <dgm:fillClrLst meth="repeat">
      <a:schemeClr val="lt1"/>
    </dgm:fillClrLst>
    <dgm:linClrLst meth="repeat">
      <a:schemeClr val="dk2"/>
    </dgm:linClrLst>
    <dgm:effectClrLst/>
    <dgm:txLinClrLst/>
    <dgm:txFillClrLst meth="repeat">
      <a:schemeClr val="dk2"/>
    </dgm:txFillClrLst>
    <dgm:txEffectClrLst/>
  </dgm:styleLbl>
  <dgm:styleLbl name="f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align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b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fgAcc0">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2">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3">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4">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2"/>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2"/>
    </dgm:txFillClrLst>
    <dgm:txEffectClrLst/>
  </dgm:styleLbl>
  <dgm:styleLbl name="fgShp">
    <dgm:fillClrLst meth="repeat">
      <a:schemeClr val="dk2">
        <a:tint val="60000"/>
      </a:schemeClr>
    </dgm:fillClrLst>
    <dgm:linClrLst meth="repeat">
      <a:schemeClr val="lt1"/>
    </dgm:linClrLst>
    <dgm:effectClrLst/>
    <dgm:txLinClrLst/>
    <dgm:txFillClrLst meth="repeat">
      <a:schemeClr val="dk2"/>
    </dgm:txFillClrLst>
    <dgm:txEffectClrLst/>
  </dgm:styleLbl>
  <dgm:styleLbl name="revTx">
    <dgm:fillClrLst meth="repeat">
      <a:schemeClr val="lt1">
        <a:alpha val="0"/>
      </a:schemeClr>
    </dgm:fillClrLst>
    <dgm:linClrLst meth="repeat">
      <a:schemeClr val="dk2">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2AB35EE5-FF7A-4D55-97B4-54FCAB72E057}" type="doc">
      <dgm:prSet loTypeId="urn:microsoft.com/office/officeart/2005/8/layout/hProcess11" loCatId="process" qsTypeId="urn:microsoft.com/office/officeart/2005/8/quickstyle/simple1" qsCatId="simple" csTypeId="urn:microsoft.com/office/officeart/2005/8/colors/accent0_2" csCatId="mainScheme" phldr="1"/>
      <dgm:spPr/>
    </dgm:pt>
    <dgm:pt modelId="{746E564D-C16A-4C53-8740-CB132C5D61FC}">
      <dgm:prSet phldrT="[Text]"/>
      <dgm:spPr/>
      <dgm:t>
        <a:bodyPr/>
        <a:lstStyle/>
        <a:p>
          <a:r>
            <a:rPr lang="en-US" dirty="0" smtClean="0"/>
            <a:t>Cleaning</a:t>
          </a:r>
        </a:p>
      </dgm:t>
    </dgm:pt>
    <dgm:pt modelId="{A2C0058A-2F35-4568-9709-B0A9C883BD45}" type="parTrans" cxnId="{3AA2A113-5AB6-4672-8720-19A4579490B7}">
      <dgm:prSet/>
      <dgm:spPr/>
      <dgm:t>
        <a:bodyPr/>
        <a:lstStyle/>
        <a:p>
          <a:endParaRPr lang="en-US"/>
        </a:p>
      </dgm:t>
    </dgm:pt>
    <dgm:pt modelId="{C1456D91-4A42-4640-989F-25557CC45B34}" type="sibTrans" cxnId="{3AA2A113-5AB6-4672-8720-19A4579490B7}">
      <dgm:prSet/>
      <dgm:spPr/>
      <dgm:t>
        <a:bodyPr/>
        <a:lstStyle/>
        <a:p>
          <a:endParaRPr lang="en-US"/>
        </a:p>
      </dgm:t>
    </dgm:pt>
    <dgm:pt modelId="{138BDA74-62AD-4A6D-98CB-AC17881A6A82}">
      <dgm:prSet phldrT="[Text]"/>
      <dgm:spPr/>
      <dgm:t>
        <a:bodyPr/>
        <a:lstStyle/>
        <a:p>
          <a:r>
            <a:rPr lang="en-US" dirty="0" smtClean="0"/>
            <a:t>Dummies</a:t>
          </a:r>
          <a:endParaRPr lang="en-US" dirty="0"/>
        </a:p>
      </dgm:t>
    </dgm:pt>
    <dgm:pt modelId="{31EB7A6E-F707-44FB-A7F8-8E3DB8883581}" type="parTrans" cxnId="{8EE2C338-377D-4EF4-BA96-92024628B629}">
      <dgm:prSet/>
      <dgm:spPr/>
      <dgm:t>
        <a:bodyPr/>
        <a:lstStyle/>
        <a:p>
          <a:endParaRPr lang="en-US"/>
        </a:p>
      </dgm:t>
    </dgm:pt>
    <dgm:pt modelId="{E187147A-0FC9-48F6-B1B3-B4346EFEFEAF}" type="sibTrans" cxnId="{8EE2C338-377D-4EF4-BA96-92024628B629}">
      <dgm:prSet/>
      <dgm:spPr/>
      <dgm:t>
        <a:bodyPr/>
        <a:lstStyle/>
        <a:p>
          <a:endParaRPr lang="en-US"/>
        </a:p>
      </dgm:t>
    </dgm:pt>
    <dgm:pt modelId="{29FD9880-0508-4AC9-9F9F-8730AD4CFBA6}">
      <dgm:prSet phldrT="[Text]"/>
      <dgm:spPr/>
      <dgm:t>
        <a:bodyPr/>
        <a:lstStyle/>
        <a:p>
          <a:r>
            <a:rPr lang="en-US" dirty="0" smtClean="0"/>
            <a:t>Smote</a:t>
          </a:r>
          <a:endParaRPr lang="en-US" dirty="0"/>
        </a:p>
      </dgm:t>
    </dgm:pt>
    <dgm:pt modelId="{CC5C53D3-A0AA-478E-B553-120D0E9285A6}" type="parTrans" cxnId="{1363D224-B315-41FB-8F8E-48E077598C93}">
      <dgm:prSet/>
      <dgm:spPr/>
      <dgm:t>
        <a:bodyPr/>
        <a:lstStyle/>
        <a:p>
          <a:endParaRPr lang="en-US"/>
        </a:p>
      </dgm:t>
    </dgm:pt>
    <dgm:pt modelId="{408E2318-0504-4BCA-8245-C170D88335A1}" type="sibTrans" cxnId="{1363D224-B315-41FB-8F8E-48E077598C93}">
      <dgm:prSet/>
      <dgm:spPr/>
      <dgm:t>
        <a:bodyPr/>
        <a:lstStyle/>
        <a:p>
          <a:endParaRPr lang="en-US"/>
        </a:p>
      </dgm:t>
    </dgm:pt>
    <dgm:pt modelId="{56D10CD1-EEE9-4486-BC59-39E721258E2F}">
      <dgm:prSet phldrT="[Text]"/>
      <dgm:spPr/>
      <dgm:t>
        <a:bodyPr/>
        <a:lstStyle/>
        <a:p>
          <a:r>
            <a:rPr lang="en-US" dirty="0" smtClean="0"/>
            <a:t>Fit</a:t>
          </a:r>
          <a:endParaRPr lang="en-US" dirty="0"/>
        </a:p>
      </dgm:t>
    </dgm:pt>
    <dgm:pt modelId="{09235C3E-9C3F-4CA2-A89B-22320B5A49DF}" type="parTrans" cxnId="{59058445-F190-44AD-AE80-AC56948BF11F}">
      <dgm:prSet/>
      <dgm:spPr/>
      <dgm:t>
        <a:bodyPr/>
        <a:lstStyle/>
        <a:p>
          <a:endParaRPr lang="en-US"/>
        </a:p>
      </dgm:t>
    </dgm:pt>
    <dgm:pt modelId="{A44EEA98-A688-4A59-868F-3D8FBB1CCA29}" type="sibTrans" cxnId="{59058445-F190-44AD-AE80-AC56948BF11F}">
      <dgm:prSet/>
      <dgm:spPr/>
      <dgm:t>
        <a:bodyPr/>
        <a:lstStyle/>
        <a:p>
          <a:endParaRPr lang="en-US"/>
        </a:p>
      </dgm:t>
    </dgm:pt>
    <dgm:pt modelId="{B61F098D-EE5B-40FC-B5CB-60DF2A0EEEFA}">
      <dgm:prSet phldrT="[Text]"/>
      <dgm:spPr/>
      <dgm:t>
        <a:bodyPr/>
        <a:lstStyle/>
        <a:p>
          <a:r>
            <a:rPr lang="en-US" dirty="0" smtClean="0"/>
            <a:t>Predict</a:t>
          </a:r>
          <a:endParaRPr lang="en-US" dirty="0"/>
        </a:p>
      </dgm:t>
    </dgm:pt>
    <dgm:pt modelId="{78899643-3F44-4F12-B96C-044DB04022FB}" type="parTrans" cxnId="{1B86DB7A-775C-4506-9AD3-437840AD0E12}">
      <dgm:prSet/>
      <dgm:spPr/>
      <dgm:t>
        <a:bodyPr/>
        <a:lstStyle/>
        <a:p>
          <a:endParaRPr lang="en-US"/>
        </a:p>
      </dgm:t>
    </dgm:pt>
    <dgm:pt modelId="{4F6A71CD-A8E5-4D2F-B77C-39BCA8781F47}" type="sibTrans" cxnId="{1B86DB7A-775C-4506-9AD3-437840AD0E12}">
      <dgm:prSet/>
      <dgm:spPr/>
      <dgm:t>
        <a:bodyPr/>
        <a:lstStyle/>
        <a:p>
          <a:endParaRPr lang="en-US"/>
        </a:p>
      </dgm:t>
    </dgm:pt>
    <dgm:pt modelId="{BEEBB192-D07F-4455-B62E-6443C8ECABA9}">
      <dgm:prSet/>
      <dgm:spPr/>
      <dgm:t>
        <a:bodyPr/>
        <a:lstStyle/>
        <a:p>
          <a:r>
            <a:rPr lang="en-US" dirty="0" smtClean="0"/>
            <a:t>There are 66 Features in total</a:t>
          </a:r>
          <a:endParaRPr lang="en-US" dirty="0"/>
        </a:p>
      </dgm:t>
    </dgm:pt>
    <dgm:pt modelId="{C4771967-8F33-4609-966F-1C4C212D34B5}" type="parTrans" cxnId="{340BF5DB-712E-4025-A4AB-5431D7F5B26D}">
      <dgm:prSet/>
      <dgm:spPr/>
      <dgm:t>
        <a:bodyPr/>
        <a:lstStyle/>
        <a:p>
          <a:endParaRPr lang="en-US"/>
        </a:p>
      </dgm:t>
    </dgm:pt>
    <dgm:pt modelId="{71094569-C7A5-4858-87B8-D877DD5EA125}" type="sibTrans" cxnId="{340BF5DB-712E-4025-A4AB-5431D7F5B26D}">
      <dgm:prSet/>
      <dgm:spPr/>
      <dgm:t>
        <a:bodyPr/>
        <a:lstStyle/>
        <a:p>
          <a:endParaRPr lang="en-US"/>
        </a:p>
      </dgm:t>
    </dgm:pt>
    <dgm:pt modelId="{A45C8EF2-D448-4480-8177-86656813FB1E}">
      <dgm:prSet phldrT="[Text]"/>
      <dgm:spPr/>
      <dgm:t>
        <a:bodyPr/>
        <a:lstStyle/>
        <a:p>
          <a:r>
            <a:rPr lang="en-US" dirty="0" smtClean="0"/>
            <a:t>PCA</a:t>
          </a:r>
          <a:endParaRPr lang="en-US" dirty="0"/>
        </a:p>
      </dgm:t>
    </dgm:pt>
    <dgm:pt modelId="{FF3994E9-1B52-4A30-A0A0-7840C143432D}" type="parTrans" cxnId="{BDA2C48A-E5E1-4A83-BFC7-8657FBC023F2}">
      <dgm:prSet/>
      <dgm:spPr/>
      <dgm:t>
        <a:bodyPr/>
        <a:lstStyle/>
        <a:p>
          <a:endParaRPr lang="en-US"/>
        </a:p>
      </dgm:t>
    </dgm:pt>
    <dgm:pt modelId="{043777AE-8D92-411B-B469-2FC3FC8DD5D0}" type="sibTrans" cxnId="{BDA2C48A-E5E1-4A83-BFC7-8657FBC023F2}">
      <dgm:prSet/>
      <dgm:spPr/>
      <dgm:t>
        <a:bodyPr/>
        <a:lstStyle/>
        <a:p>
          <a:endParaRPr lang="en-US"/>
        </a:p>
      </dgm:t>
    </dgm:pt>
    <dgm:pt modelId="{1DFDDB3C-01EB-41DD-8FDE-10294DA32BFC}">
      <dgm:prSet phldrT="[Text]"/>
      <dgm:spPr/>
      <dgm:t>
        <a:bodyPr/>
        <a:lstStyle/>
        <a:p>
          <a:r>
            <a:rPr lang="en-US" dirty="0" smtClean="0"/>
            <a:t>Split</a:t>
          </a:r>
          <a:endParaRPr lang="en-US" dirty="0"/>
        </a:p>
      </dgm:t>
    </dgm:pt>
    <dgm:pt modelId="{41056401-3F11-433E-B2C2-B555ACDA0E94}" type="parTrans" cxnId="{E665CCAC-0889-43E5-9AD0-2C9FDA336A5A}">
      <dgm:prSet/>
      <dgm:spPr/>
      <dgm:t>
        <a:bodyPr/>
        <a:lstStyle/>
        <a:p>
          <a:endParaRPr lang="en-US"/>
        </a:p>
      </dgm:t>
    </dgm:pt>
    <dgm:pt modelId="{2EA119AD-43E0-4889-B435-DAA5FCA162CC}" type="sibTrans" cxnId="{E665CCAC-0889-43E5-9AD0-2C9FDA336A5A}">
      <dgm:prSet/>
      <dgm:spPr/>
      <dgm:t>
        <a:bodyPr/>
        <a:lstStyle/>
        <a:p>
          <a:endParaRPr lang="en-US"/>
        </a:p>
      </dgm:t>
    </dgm:pt>
    <dgm:pt modelId="{EED0FFDF-94AD-40C3-B089-6F7353E45FA4}">
      <dgm:prSet phldrT="[Text]"/>
      <dgm:spPr/>
      <dgm:t>
        <a:bodyPr/>
        <a:lstStyle/>
        <a:p>
          <a:r>
            <a:rPr lang="en-US" dirty="0" smtClean="0"/>
            <a:t>Trying PCA, 37 Features only covers 80% of the data</a:t>
          </a:r>
          <a:endParaRPr lang="en-US" dirty="0"/>
        </a:p>
      </dgm:t>
    </dgm:pt>
    <dgm:pt modelId="{166AFB68-57A0-4F9A-897C-8440305DD916}" type="parTrans" cxnId="{9849BC52-166D-423F-8178-988839C9E69B}">
      <dgm:prSet/>
      <dgm:spPr/>
      <dgm:t>
        <a:bodyPr/>
        <a:lstStyle/>
        <a:p>
          <a:endParaRPr lang="en-US"/>
        </a:p>
      </dgm:t>
    </dgm:pt>
    <dgm:pt modelId="{0D49644F-1D15-45AC-8C10-F09737D5F0C8}" type="sibTrans" cxnId="{9849BC52-166D-423F-8178-988839C9E69B}">
      <dgm:prSet/>
      <dgm:spPr/>
      <dgm:t>
        <a:bodyPr/>
        <a:lstStyle/>
        <a:p>
          <a:endParaRPr lang="en-US"/>
        </a:p>
      </dgm:t>
    </dgm:pt>
    <dgm:pt modelId="{07DE4DCA-9BE5-4A67-9F97-67938847FDB6}">
      <dgm:prSet phldrT="[Text]"/>
      <dgm:spPr/>
      <dgm:t>
        <a:bodyPr/>
        <a:lstStyle/>
        <a:p>
          <a:r>
            <a:rPr lang="en-US" dirty="0" smtClean="0"/>
            <a:t>To balance the cancelled and not cancelled </a:t>
          </a:r>
          <a:endParaRPr lang="en-US" dirty="0"/>
        </a:p>
      </dgm:t>
    </dgm:pt>
    <dgm:pt modelId="{F17A5F28-04AE-4A48-94FF-938A159BED87}" type="parTrans" cxnId="{1668D981-A35C-415C-8256-69E829A0894D}">
      <dgm:prSet/>
      <dgm:spPr/>
      <dgm:t>
        <a:bodyPr/>
        <a:lstStyle/>
        <a:p>
          <a:endParaRPr lang="en-US"/>
        </a:p>
      </dgm:t>
    </dgm:pt>
    <dgm:pt modelId="{6F512D6A-239B-4A67-BD1A-02ED417408BF}" type="sibTrans" cxnId="{1668D981-A35C-415C-8256-69E829A0894D}">
      <dgm:prSet/>
      <dgm:spPr/>
      <dgm:t>
        <a:bodyPr/>
        <a:lstStyle/>
        <a:p>
          <a:endParaRPr lang="en-US"/>
        </a:p>
      </dgm:t>
    </dgm:pt>
    <dgm:pt modelId="{DEAD86FF-6418-4A6A-BEF2-12114519C501}">
      <dgm:prSet phldrT="[Text]"/>
      <dgm:spPr/>
      <dgm:t>
        <a:bodyPr/>
        <a:lstStyle/>
        <a:p>
          <a:r>
            <a:rPr lang="en-US" dirty="0" smtClean="0"/>
            <a:t>80-20 train-test split</a:t>
          </a:r>
          <a:endParaRPr lang="en-US" dirty="0"/>
        </a:p>
      </dgm:t>
    </dgm:pt>
    <dgm:pt modelId="{A2823A22-B1F2-4BB9-8029-9B3F6BD1B1F5}" type="parTrans" cxnId="{0F1298B5-2D29-41DF-8F70-D3E18B6C0F18}">
      <dgm:prSet/>
      <dgm:spPr/>
      <dgm:t>
        <a:bodyPr/>
        <a:lstStyle/>
        <a:p>
          <a:endParaRPr lang="en-US"/>
        </a:p>
      </dgm:t>
    </dgm:pt>
    <dgm:pt modelId="{A29D7B6F-3069-49BF-A8A4-28C1D5717F23}" type="sibTrans" cxnId="{0F1298B5-2D29-41DF-8F70-D3E18B6C0F18}">
      <dgm:prSet/>
      <dgm:spPr/>
      <dgm:t>
        <a:bodyPr/>
        <a:lstStyle/>
        <a:p>
          <a:endParaRPr lang="en-US"/>
        </a:p>
      </dgm:t>
    </dgm:pt>
    <dgm:pt modelId="{175D644D-5998-4414-A219-EF7CF7EF0819}">
      <dgm:prSet phldrT="[Text]"/>
      <dgm:spPr/>
      <dgm:t>
        <a:bodyPr/>
        <a:lstStyle/>
        <a:p>
          <a:r>
            <a:rPr lang="en-US" dirty="0" smtClean="0"/>
            <a:t>5 different models used</a:t>
          </a:r>
          <a:endParaRPr lang="en-US" dirty="0"/>
        </a:p>
      </dgm:t>
    </dgm:pt>
    <dgm:pt modelId="{FF94E5E4-A048-47C0-B966-8406AD57BE22}" type="parTrans" cxnId="{A9A27EFF-2254-48A5-AB4E-62A45C122A80}">
      <dgm:prSet/>
      <dgm:spPr/>
      <dgm:t>
        <a:bodyPr/>
        <a:lstStyle/>
        <a:p>
          <a:endParaRPr lang="en-US"/>
        </a:p>
      </dgm:t>
    </dgm:pt>
    <dgm:pt modelId="{09C30183-3B17-4F6F-AD6D-026E9A64726E}" type="sibTrans" cxnId="{A9A27EFF-2254-48A5-AB4E-62A45C122A80}">
      <dgm:prSet/>
      <dgm:spPr/>
      <dgm:t>
        <a:bodyPr/>
        <a:lstStyle/>
        <a:p>
          <a:endParaRPr lang="en-US"/>
        </a:p>
      </dgm:t>
    </dgm:pt>
    <dgm:pt modelId="{27711D13-60A7-4DF0-B2E9-529E5B437C11}">
      <dgm:prSet phldrT="[Text]"/>
      <dgm:spPr/>
      <dgm:t>
        <a:bodyPr/>
        <a:lstStyle/>
        <a:p>
          <a:r>
            <a:rPr lang="en-US" dirty="0" smtClean="0"/>
            <a:t>Logistic Regression</a:t>
          </a:r>
          <a:endParaRPr lang="en-US" dirty="0"/>
        </a:p>
      </dgm:t>
    </dgm:pt>
    <dgm:pt modelId="{408B1636-BCFF-4049-8A26-BEB6BBB1928A}" type="parTrans" cxnId="{72D6034F-7974-46B9-A143-51734C2857C0}">
      <dgm:prSet/>
      <dgm:spPr/>
      <dgm:t>
        <a:bodyPr/>
        <a:lstStyle/>
        <a:p>
          <a:endParaRPr lang="en-US"/>
        </a:p>
      </dgm:t>
    </dgm:pt>
    <dgm:pt modelId="{6FBF223B-D62C-4B0F-ACC4-6BC3DE8E3DC5}" type="sibTrans" cxnId="{72D6034F-7974-46B9-A143-51734C2857C0}">
      <dgm:prSet/>
      <dgm:spPr/>
      <dgm:t>
        <a:bodyPr/>
        <a:lstStyle/>
        <a:p>
          <a:endParaRPr lang="en-US"/>
        </a:p>
      </dgm:t>
    </dgm:pt>
    <dgm:pt modelId="{AB4A6FD9-8A16-4198-9262-66C4B5FE389E}">
      <dgm:prSet phldrT="[Text]"/>
      <dgm:spPr/>
      <dgm:t>
        <a:bodyPr/>
        <a:lstStyle/>
        <a:p>
          <a:r>
            <a:rPr lang="en-US" dirty="0" smtClean="0"/>
            <a:t>Decision Tree C.</a:t>
          </a:r>
          <a:endParaRPr lang="en-US" dirty="0"/>
        </a:p>
      </dgm:t>
    </dgm:pt>
    <dgm:pt modelId="{51820A13-6879-47A7-BE2C-1C08E8F83B96}" type="parTrans" cxnId="{46493094-D196-4D01-A573-4D61FB024BEA}">
      <dgm:prSet/>
      <dgm:spPr/>
      <dgm:t>
        <a:bodyPr/>
        <a:lstStyle/>
        <a:p>
          <a:endParaRPr lang="en-US"/>
        </a:p>
      </dgm:t>
    </dgm:pt>
    <dgm:pt modelId="{2C2CA202-BE9F-410F-BDB6-0CE2DEF69545}" type="sibTrans" cxnId="{46493094-D196-4D01-A573-4D61FB024BEA}">
      <dgm:prSet/>
      <dgm:spPr/>
      <dgm:t>
        <a:bodyPr/>
        <a:lstStyle/>
        <a:p>
          <a:endParaRPr lang="en-US"/>
        </a:p>
      </dgm:t>
    </dgm:pt>
    <dgm:pt modelId="{899F9A03-3CF2-428C-B98C-1DB610E52952}">
      <dgm:prSet phldrT="[Text]"/>
      <dgm:spPr/>
      <dgm:t>
        <a:bodyPr/>
        <a:lstStyle/>
        <a:p>
          <a:r>
            <a:rPr lang="en-US" dirty="0" smtClean="0"/>
            <a:t>Random Forest C.</a:t>
          </a:r>
          <a:endParaRPr lang="en-US" dirty="0"/>
        </a:p>
      </dgm:t>
    </dgm:pt>
    <dgm:pt modelId="{813E0F4B-7A82-413C-8178-2D19CE40C1B7}" type="parTrans" cxnId="{CF9E7A34-757F-4B23-AB8B-99C4DB5042D5}">
      <dgm:prSet/>
      <dgm:spPr/>
      <dgm:t>
        <a:bodyPr/>
        <a:lstStyle/>
        <a:p>
          <a:endParaRPr lang="en-US"/>
        </a:p>
      </dgm:t>
    </dgm:pt>
    <dgm:pt modelId="{2B54224E-64B7-45FE-80FD-F4A53CA44EE6}" type="sibTrans" cxnId="{CF9E7A34-757F-4B23-AB8B-99C4DB5042D5}">
      <dgm:prSet/>
      <dgm:spPr/>
      <dgm:t>
        <a:bodyPr/>
        <a:lstStyle/>
        <a:p>
          <a:endParaRPr lang="en-US"/>
        </a:p>
      </dgm:t>
    </dgm:pt>
    <dgm:pt modelId="{78C81588-4D2E-4681-970C-072D43B40C49}">
      <dgm:prSet phldrT="[Text]"/>
      <dgm:spPr/>
      <dgm:t>
        <a:bodyPr/>
        <a:lstStyle/>
        <a:p>
          <a:r>
            <a:rPr lang="en-US" dirty="0" smtClean="0"/>
            <a:t>Gradient Boosting</a:t>
          </a:r>
          <a:endParaRPr lang="en-US" dirty="0"/>
        </a:p>
      </dgm:t>
    </dgm:pt>
    <dgm:pt modelId="{A9FADE0A-5510-4B6E-BBF6-1292FA4A633D}" type="parTrans" cxnId="{264646BE-D74B-49E9-95D0-D0307304C186}">
      <dgm:prSet/>
      <dgm:spPr/>
      <dgm:t>
        <a:bodyPr/>
        <a:lstStyle/>
        <a:p>
          <a:endParaRPr lang="en-US"/>
        </a:p>
      </dgm:t>
    </dgm:pt>
    <dgm:pt modelId="{79EF42A4-CF43-42E6-BC68-6687544DC87B}" type="sibTrans" cxnId="{264646BE-D74B-49E9-95D0-D0307304C186}">
      <dgm:prSet/>
      <dgm:spPr/>
      <dgm:t>
        <a:bodyPr/>
        <a:lstStyle/>
        <a:p>
          <a:endParaRPr lang="en-US"/>
        </a:p>
      </dgm:t>
    </dgm:pt>
    <dgm:pt modelId="{7CC2F992-1986-4508-8F63-7FA5597C914E}">
      <dgm:prSet phldrT="[Text]"/>
      <dgm:spPr/>
      <dgm:t>
        <a:bodyPr/>
        <a:lstStyle/>
        <a:p>
          <a:r>
            <a:rPr lang="en-US" dirty="0" err="1" smtClean="0"/>
            <a:t>XGBoost</a:t>
          </a:r>
          <a:endParaRPr lang="en-US" dirty="0"/>
        </a:p>
      </dgm:t>
    </dgm:pt>
    <dgm:pt modelId="{2C2AE6B0-52BC-426E-BEBB-F42FA85AC69A}" type="parTrans" cxnId="{C25AFDF0-101A-49B6-88CE-78450E0B0120}">
      <dgm:prSet/>
      <dgm:spPr/>
      <dgm:t>
        <a:bodyPr/>
        <a:lstStyle/>
        <a:p>
          <a:endParaRPr lang="en-US"/>
        </a:p>
      </dgm:t>
    </dgm:pt>
    <dgm:pt modelId="{602FCC40-D5DD-42CE-83E9-83F33F83E9C2}" type="sibTrans" cxnId="{C25AFDF0-101A-49B6-88CE-78450E0B0120}">
      <dgm:prSet/>
      <dgm:spPr/>
      <dgm:t>
        <a:bodyPr/>
        <a:lstStyle/>
        <a:p>
          <a:endParaRPr lang="en-US"/>
        </a:p>
      </dgm:t>
    </dgm:pt>
    <dgm:pt modelId="{FB779F65-2D17-491E-803B-0E848A5034E7}">
      <dgm:prSet phldrT="[Text]"/>
      <dgm:spPr/>
      <dgm:t>
        <a:bodyPr/>
        <a:lstStyle/>
        <a:p>
          <a:r>
            <a:rPr lang="en-US" dirty="0" smtClean="0"/>
            <a:t>Removing odd data</a:t>
          </a:r>
        </a:p>
      </dgm:t>
    </dgm:pt>
    <dgm:pt modelId="{09ABD573-EA17-4B5A-BE58-4DF44E64A1ED}" type="parTrans" cxnId="{13D97FD6-D8D3-41EA-9A55-3A7F10F659D4}">
      <dgm:prSet/>
      <dgm:spPr/>
      <dgm:t>
        <a:bodyPr/>
        <a:lstStyle/>
        <a:p>
          <a:endParaRPr lang="en-US"/>
        </a:p>
      </dgm:t>
    </dgm:pt>
    <dgm:pt modelId="{7D101987-505A-4596-BD10-34DDDC122897}" type="sibTrans" cxnId="{13D97FD6-D8D3-41EA-9A55-3A7F10F659D4}">
      <dgm:prSet/>
      <dgm:spPr/>
      <dgm:t>
        <a:bodyPr/>
        <a:lstStyle/>
        <a:p>
          <a:endParaRPr lang="en-US"/>
        </a:p>
      </dgm:t>
    </dgm:pt>
    <dgm:pt modelId="{AD6D21D9-6C37-4E6D-BA16-0B7B05785E88}">
      <dgm:prSet phldrT="[Text]"/>
      <dgm:spPr/>
      <dgm:t>
        <a:bodyPr/>
        <a:lstStyle/>
        <a:p>
          <a:r>
            <a:rPr lang="en-US" dirty="0" smtClean="0"/>
            <a:t>Feature engineering</a:t>
          </a:r>
        </a:p>
      </dgm:t>
    </dgm:pt>
    <dgm:pt modelId="{A8F6E406-B498-4E2D-A53C-CCD80C71D8A6}" type="parTrans" cxnId="{CBFAC235-8DD3-48A7-8984-6C08F13B9722}">
      <dgm:prSet/>
      <dgm:spPr/>
      <dgm:t>
        <a:bodyPr/>
        <a:lstStyle/>
        <a:p>
          <a:endParaRPr lang="en-US"/>
        </a:p>
      </dgm:t>
    </dgm:pt>
    <dgm:pt modelId="{D45882B0-8AE8-44A9-81C9-D5B06F7800E9}" type="sibTrans" cxnId="{CBFAC235-8DD3-48A7-8984-6C08F13B9722}">
      <dgm:prSet/>
      <dgm:spPr/>
      <dgm:t>
        <a:bodyPr/>
        <a:lstStyle/>
        <a:p>
          <a:endParaRPr lang="en-US"/>
        </a:p>
      </dgm:t>
    </dgm:pt>
    <dgm:pt modelId="{37E2265B-7CE8-4095-BF58-5454088DED03}" type="pres">
      <dgm:prSet presAssocID="{2AB35EE5-FF7A-4D55-97B4-54FCAB72E057}" presName="Name0" presStyleCnt="0">
        <dgm:presLayoutVars>
          <dgm:dir/>
          <dgm:resizeHandles val="exact"/>
        </dgm:presLayoutVars>
      </dgm:prSet>
      <dgm:spPr/>
    </dgm:pt>
    <dgm:pt modelId="{6EDD9681-247E-442F-9DD0-5E1962429538}" type="pres">
      <dgm:prSet presAssocID="{2AB35EE5-FF7A-4D55-97B4-54FCAB72E057}" presName="arrow" presStyleLbl="bgShp" presStyleIdx="0" presStyleCnt="1"/>
      <dgm:spPr/>
    </dgm:pt>
    <dgm:pt modelId="{5FC60DC4-E90B-4581-8D90-4C2726000D71}" type="pres">
      <dgm:prSet presAssocID="{2AB35EE5-FF7A-4D55-97B4-54FCAB72E057}" presName="points" presStyleCnt="0"/>
      <dgm:spPr/>
    </dgm:pt>
    <dgm:pt modelId="{A2AB7FE7-FBF1-474E-9C89-02E55F341A9F}" type="pres">
      <dgm:prSet presAssocID="{746E564D-C16A-4C53-8740-CB132C5D61FC}" presName="compositeA" presStyleCnt="0"/>
      <dgm:spPr/>
    </dgm:pt>
    <dgm:pt modelId="{A2BB706F-D046-4387-B3CC-BD08598C9563}" type="pres">
      <dgm:prSet presAssocID="{746E564D-C16A-4C53-8740-CB132C5D61FC}" presName="textA" presStyleLbl="revTx" presStyleIdx="0" presStyleCnt="7">
        <dgm:presLayoutVars>
          <dgm:bulletEnabled val="1"/>
        </dgm:presLayoutVars>
      </dgm:prSet>
      <dgm:spPr/>
      <dgm:t>
        <a:bodyPr/>
        <a:lstStyle/>
        <a:p>
          <a:endParaRPr lang="en-US"/>
        </a:p>
      </dgm:t>
    </dgm:pt>
    <dgm:pt modelId="{591C2C07-690B-40B0-85D9-4BE66CFBEA02}" type="pres">
      <dgm:prSet presAssocID="{746E564D-C16A-4C53-8740-CB132C5D61FC}" presName="circleA" presStyleLbl="node1" presStyleIdx="0" presStyleCnt="7"/>
      <dgm:spPr/>
    </dgm:pt>
    <dgm:pt modelId="{72DFB31B-CFE0-4890-85F4-7E2314C7E74A}" type="pres">
      <dgm:prSet presAssocID="{746E564D-C16A-4C53-8740-CB132C5D61FC}" presName="spaceA" presStyleCnt="0"/>
      <dgm:spPr/>
    </dgm:pt>
    <dgm:pt modelId="{82F69FEF-4513-4580-821E-B2A8DB05A94B}" type="pres">
      <dgm:prSet presAssocID="{C1456D91-4A42-4640-989F-25557CC45B34}" presName="space" presStyleCnt="0"/>
      <dgm:spPr/>
    </dgm:pt>
    <dgm:pt modelId="{FA76B634-9E43-452F-B264-BD2166A46278}" type="pres">
      <dgm:prSet presAssocID="{138BDA74-62AD-4A6D-98CB-AC17881A6A82}" presName="compositeB" presStyleCnt="0"/>
      <dgm:spPr/>
    </dgm:pt>
    <dgm:pt modelId="{D688B2EA-0541-4276-9CAA-A1D9A0D9C7E9}" type="pres">
      <dgm:prSet presAssocID="{138BDA74-62AD-4A6D-98CB-AC17881A6A82}" presName="textB" presStyleLbl="revTx" presStyleIdx="1" presStyleCnt="7">
        <dgm:presLayoutVars>
          <dgm:bulletEnabled val="1"/>
        </dgm:presLayoutVars>
      </dgm:prSet>
      <dgm:spPr/>
      <dgm:t>
        <a:bodyPr/>
        <a:lstStyle/>
        <a:p>
          <a:endParaRPr lang="en-US"/>
        </a:p>
      </dgm:t>
    </dgm:pt>
    <dgm:pt modelId="{4EA36FF5-6C78-478A-8140-1BD652760150}" type="pres">
      <dgm:prSet presAssocID="{138BDA74-62AD-4A6D-98CB-AC17881A6A82}" presName="circleB" presStyleLbl="node1" presStyleIdx="1" presStyleCnt="7"/>
      <dgm:spPr/>
    </dgm:pt>
    <dgm:pt modelId="{D43B566F-3F3C-4AC9-B9D1-05B5FE68F373}" type="pres">
      <dgm:prSet presAssocID="{138BDA74-62AD-4A6D-98CB-AC17881A6A82}" presName="spaceB" presStyleCnt="0"/>
      <dgm:spPr/>
    </dgm:pt>
    <dgm:pt modelId="{72A7E3EC-E9A9-4462-A834-92C57818650D}" type="pres">
      <dgm:prSet presAssocID="{E187147A-0FC9-48F6-B1B3-B4346EFEFEAF}" presName="space" presStyleCnt="0"/>
      <dgm:spPr/>
    </dgm:pt>
    <dgm:pt modelId="{3F2DE15D-5DA5-4D5B-800B-8B6DD5F12EFE}" type="pres">
      <dgm:prSet presAssocID="{A45C8EF2-D448-4480-8177-86656813FB1E}" presName="compositeA" presStyleCnt="0"/>
      <dgm:spPr/>
    </dgm:pt>
    <dgm:pt modelId="{7A51830F-77DF-4B25-88D9-25C3A1367875}" type="pres">
      <dgm:prSet presAssocID="{A45C8EF2-D448-4480-8177-86656813FB1E}" presName="textA" presStyleLbl="revTx" presStyleIdx="2" presStyleCnt="7">
        <dgm:presLayoutVars>
          <dgm:bulletEnabled val="1"/>
        </dgm:presLayoutVars>
      </dgm:prSet>
      <dgm:spPr/>
      <dgm:t>
        <a:bodyPr/>
        <a:lstStyle/>
        <a:p>
          <a:endParaRPr lang="en-US"/>
        </a:p>
      </dgm:t>
    </dgm:pt>
    <dgm:pt modelId="{9D545769-61B5-454F-801D-1FD5E7AD4693}" type="pres">
      <dgm:prSet presAssocID="{A45C8EF2-D448-4480-8177-86656813FB1E}" presName="circleA" presStyleLbl="node1" presStyleIdx="2" presStyleCnt="7"/>
      <dgm:spPr/>
    </dgm:pt>
    <dgm:pt modelId="{5E24A93A-AC58-4E9D-964A-8D01CDDDF8A8}" type="pres">
      <dgm:prSet presAssocID="{A45C8EF2-D448-4480-8177-86656813FB1E}" presName="spaceA" presStyleCnt="0"/>
      <dgm:spPr/>
    </dgm:pt>
    <dgm:pt modelId="{707AA22D-3CB2-4D7E-B523-442B8347CA51}" type="pres">
      <dgm:prSet presAssocID="{043777AE-8D92-411B-B469-2FC3FC8DD5D0}" presName="space" presStyleCnt="0"/>
      <dgm:spPr/>
    </dgm:pt>
    <dgm:pt modelId="{384F17EA-01DC-49A2-B671-33718BA7D800}" type="pres">
      <dgm:prSet presAssocID="{29FD9880-0508-4AC9-9F9F-8730AD4CFBA6}" presName="compositeB" presStyleCnt="0"/>
      <dgm:spPr/>
    </dgm:pt>
    <dgm:pt modelId="{F2EEE9FF-6918-44A4-9D04-0FEB52D1CDBA}" type="pres">
      <dgm:prSet presAssocID="{29FD9880-0508-4AC9-9F9F-8730AD4CFBA6}" presName="textB" presStyleLbl="revTx" presStyleIdx="3" presStyleCnt="7">
        <dgm:presLayoutVars>
          <dgm:bulletEnabled val="1"/>
        </dgm:presLayoutVars>
      </dgm:prSet>
      <dgm:spPr/>
      <dgm:t>
        <a:bodyPr/>
        <a:lstStyle/>
        <a:p>
          <a:endParaRPr lang="en-US"/>
        </a:p>
      </dgm:t>
    </dgm:pt>
    <dgm:pt modelId="{D26A92EF-20F3-43DA-BADF-40E58412711F}" type="pres">
      <dgm:prSet presAssocID="{29FD9880-0508-4AC9-9F9F-8730AD4CFBA6}" presName="circleB" presStyleLbl="node1" presStyleIdx="3" presStyleCnt="7"/>
      <dgm:spPr/>
    </dgm:pt>
    <dgm:pt modelId="{1305E36B-70E4-4E07-B54B-6E6DB96DB1F4}" type="pres">
      <dgm:prSet presAssocID="{29FD9880-0508-4AC9-9F9F-8730AD4CFBA6}" presName="spaceB" presStyleCnt="0"/>
      <dgm:spPr/>
    </dgm:pt>
    <dgm:pt modelId="{6ADB0FCD-8CE2-4731-9E14-DDAB09A5AF37}" type="pres">
      <dgm:prSet presAssocID="{408E2318-0504-4BCA-8245-C170D88335A1}" presName="space" presStyleCnt="0"/>
      <dgm:spPr/>
    </dgm:pt>
    <dgm:pt modelId="{7FB96153-772A-4C56-9D42-52191F3140E4}" type="pres">
      <dgm:prSet presAssocID="{1DFDDB3C-01EB-41DD-8FDE-10294DA32BFC}" presName="compositeA" presStyleCnt="0"/>
      <dgm:spPr/>
    </dgm:pt>
    <dgm:pt modelId="{D3AB1757-3C42-4698-BD5F-CC2442F7F38C}" type="pres">
      <dgm:prSet presAssocID="{1DFDDB3C-01EB-41DD-8FDE-10294DA32BFC}" presName="textA" presStyleLbl="revTx" presStyleIdx="4" presStyleCnt="7">
        <dgm:presLayoutVars>
          <dgm:bulletEnabled val="1"/>
        </dgm:presLayoutVars>
      </dgm:prSet>
      <dgm:spPr/>
      <dgm:t>
        <a:bodyPr/>
        <a:lstStyle/>
        <a:p>
          <a:endParaRPr lang="en-US"/>
        </a:p>
      </dgm:t>
    </dgm:pt>
    <dgm:pt modelId="{2D7D1038-55B6-4A3B-AEE5-7C508862C081}" type="pres">
      <dgm:prSet presAssocID="{1DFDDB3C-01EB-41DD-8FDE-10294DA32BFC}" presName="circleA" presStyleLbl="node1" presStyleIdx="4" presStyleCnt="7"/>
      <dgm:spPr/>
    </dgm:pt>
    <dgm:pt modelId="{B02D15A6-9E68-454B-BEC5-3AAA4A73A86C}" type="pres">
      <dgm:prSet presAssocID="{1DFDDB3C-01EB-41DD-8FDE-10294DA32BFC}" presName="spaceA" presStyleCnt="0"/>
      <dgm:spPr/>
    </dgm:pt>
    <dgm:pt modelId="{BCA2DBBC-847D-414D-A06F-13635D74EC1E}" type="pres">
      <dgm:prSet presAssocID="{2EA119AD-43E0-4889-B435-DAA5FCA162CC}" presName="space" presStyleCnt="0"/>
      <dgm:spPr/>
    </dgm:pt>
    <dgm:pt modelId="{9ECD868C-57F3-4EB2-BD3B-5BDA62CB80E2}" type="pres">
      <dgm:prSet presAssocID="{56D10CD1-EEE9-4486-BC59-39E721258E2F}" presName="compositeB" presStyleCnt="0"/>
      <dgm:spPr/>
    </dgm:pt>
    <dgm:pt modelId="{DDB16539-2A7B-42E2-A2D2-63762B2F126A}" type="pres">
      <dgm:prSet presAssocID="{56D10CD1-EEE9-4486-BC59-39E721258E2F}" presName="textB" presStyleLbl="revTx" presStyleIdx="5" presStyleCnt="7">
        <dgm:presLayoutVars>
          <dgm:bulletEnabled val="1"/>
        </dgm:presLayoutVars>
      </dgm:prSet>
      <dgm:spPr/>
      <dgm:t>
        <a:bodyPr/>
        <a:lstStyle/>
        <a:p>
          <a:endParaRPr lang="en-US"/>
        </a:p>
      </dgm:t>
    </dgm:pt>
    <dgm:pt modelId="{218F1C00-2263-4BBA-A933-FF6F40EDF0B1}" type="pres">
      <dgm:prSet presAssocID="{56D10CD1-EEE9-4486-BC59-39E721258E2F}" presName="circleB" presStyleLbl="node1" presStyleIdx="5" presStyleCnt="7"/>
      <dgm:spPr/>
    </dgm:pt>
    <dgm:pt modelId="{D93F34A2-3D68-4240-B2D2-EFD5FC4FB76E}" type="pres">
      <dgm:prSet presAssocID="{56D10CD1-EEE9-4486-BC59-39E721258E2F}" presName="spaceB" presStyleCnt="0"/>
      <dgm:spPr/>
    </dgm:pt>
    <dgm:pt modelId="{328F61A6-BB65-498C-B13C-94FA271BA33D}" type="pres">
      <dgm:prSet presAssocID="{A44EEA98-A688-4A59-868F-3D8FBB1CCA29}" presName="space" presStyleCnt="0"/>
      <dgm:spPr/>
    </dgm:pt>
    <dgm:pt modelId="{5F4B546B-7087-40D2-B1E8-259DCD24E505}" type="pres">
      <dgm:prSet presAssocID="{B61F098D-EE5B-40FC-B5CB-60DF2A0EEEFA}" presName="compositeA" presStyleCnt="0"/>
      <dgm:spPr/>
    </dgm:pt>
    <dgm:pt modelId="{111FB19B-111D-4ABF-AAC1-62E04C5ECBD3}" type="pres">
      <dgm:prSet presAssocID="{B61F098D-EE5B-40FC-B5CB-60DF2A0EEEFA}" presName="textA" presStyleLbl="revTx" presStyleIdx="6" presStyleCnt="7">
        <dgm:presLayoutVars>
          <dgm:bulletEnabled val="1"/>
        </dgm:presLayoutVars>
      </dgm:prSet>
      <dgm:spPr/>
      <dgm:t>
        <a:bodyPr/>
        <a:lstStyle/>
        <a:p>
          <a:endParaRPr lang="en-US"/>
        </a:p>
      </dgm:t>
    </dgm:pt>
    <dgm:pt modelId="{367E8D13-53CD-400E-B52E-45BD77BB7F16}" type="pres">
      <dgm:prSet presAssocID="{B61F098D-EE5B-40FC-B5CB-60DF2A0EEEFA}" presName="circleA" presStyleLbl="node1" presStyleIdx="6" presStyleCnt="7"/>
      <dgm:spPr/>
    </dgm:pt>
    <dgm:pt modelId="{FDDA97FD-0051-4492-B978-1F70C3BA7557}" type="pres">
      <dgm:prSet presAssocID="{B61F098D-EE5B-40FC-B5CB-60DF2A0EEEFA}" presName="spaceA" presStyleCnt="0"/>
      <dgm:spPr/>
    </dgm:pt>
  </dgm:ptLst>
  <dgm:cxnLst>
    <dgm:cxn modelId="{92F47B78-48E5-43BA-AFB8-C290D97F6699}" type="presOf" srcId="{B61F098D-EE5B-40FC-B5CB-60DF2A0EEEFA}" destId="{111FB19B-111D-4ABF-AAC1-62E04C5ECBD3}" srcOrd="0" destOrd="0" presId="urn:microsoft.com/office/officeart/2005/8/layout/hProcess11"/>
    <dgm:cxn modelId="{512D21CD-EB94-40E0-B5D8-7027116B6D69}" type="presOf" srcId="{1DFDDB3C-01EB-41DD-8FDE-10294DA32BFC}" destId="{D3AB1757-3C42-4698-BD5F-CC2442F7F38C}" srcOrd="0" destOrd="0" presId="urn:microsoft.com/office/officeart/2005/8/layout/hProcess11"/>
    <dgm:cxn modelId="{B5323033-C600-4CA9-AC9C-63ACC8B72083}" type="presOf" srcId="{7CC2F992-1986-4508-8F63-7FA5597C914E}" destId="{DDB16539-2A7B-42E2-A2D2-63762B2F126A}" srcOrd="0" destOrd="6" presId="urn:microsoft.com/office/officeart/2005/8/layout/hProcess11"/>
    <dgm:cxn modelId="{997D0599-1363-4344-A334-62F2654F7978}" type="presOf" srcId="{899F9A03-3CF2-428C-B98C-1DB610E52952}" destId="{DDB16539-2A7B-42E2-A2D2-63762B2F126A}" srcOrd="0" destOrd="4" presId="urn:microsoft.com/office/officeart/2005/8/layout/hProcess11"/>
    <dgm:cxn modelId="{C25AFDF0-101A-49B6-88CE-78450E0B0120}" srcId="{175D644D-5998-4414-A219-EF7CF7EF0819}" destId="{7CC2F992-1986-4508-8F63-7FA5597C914E}" srcOrd="4" destOrd="0" parTransId="{2C2AE6B0-52BC-426E-BEBB-F42FA85AC69A}" sibTransId="{602FCC40-D5DD-42CE-83E9-83F33F83E9C2}"/>
    <dgm:cxn modelId="{A9A27EFF-2254-48A5-AB4E-62A45C122A80}" srcId="{56D10CD1-EEE9-4486-BC59-39E721258E2F}" destId="{175D644D-5998-4414-A219-EF7CF7EF0819}" srcOrd="0" destOrd="0" parTransId="{FF94E5E4-A048-47C0-B966-8406AD57BE22}" sibTransId="{09C30183-3B17-4F6F-AD6D-026E9A64726E}"/>
    <dgm:cxn modelId="{6501CC6C-21E3-46D6-AE05-3D42F0BEA8FF}" type="presOf" srcId="{FB779F65-2D17-491E-803B-0E848A5034E7}" destId="{A2BB706F-D046-4387-B3CC-BD08598C9563}" srcOrd="0" destOrd="1" presId="urn:microsoft.com/office/officeart/2005/8/layout/hProcess11"/>
    <dgm:cxn modelId="{13D97FD6-D8D3-41EA-9A55-3A7F10F659D4}" srcId="{746E564D-C16A-4C53-8740-CB132C5D61FC}" destId="{FB779F65-2D17-491E-803B-0E848A5034E7}" srcOrd="0" destOrd="0" parTransId="{09ABD573-EA17-4B5A-BE58-4DF44E64A1ED}" sibTransId="{7D101987-505A-4596-BD10-34DDDC122897}"/>
    <dgm:cxn modelId="{10909869-3008-4FEB-A9FF-A3D6A188745A}" type="presOf" srcId="{746E564D-C16A-4C53-8740-CB132C5D61FC}" destId="{A2BB706F-D046-4387-B3CC-BD08598C9563}" srcOrd="0" destOrd="0" presId="urn:microsoft.com/office/officeart/2005/8/layout/hProcess11"/>
    <dgm:cxn modelId="{0F1298B5-2D29-41DF-8F70-D3E18B6C0F18}" srcId="{1DFDDB3C-01EB-41DD-8FDE-10294DA32BFC}" destId="{DEAD86FF-6418-4A6A-BEF2-12114519C501}" srcOrd="0" destOrd="0" parTransId="{A2823A22-B1F2-4BB9-8029-9B3F6BD1B1F5}" sibTransId="{A29D7B6F-3069-49BF-A8A4-28C1D5717F23}"/>
    <dgm:cxn modelId="{CF9E7A34-757F-4B23-AB8B-99C4DB5042D5}" srcId="{175D644D-5998-4414-A219-EF7CF7EF0819}" destId="{899F9A03-3CF2-428C-B98C-1DB610E52952}" srcOrd="2" destOrd="0" parTransId="{813E0F4B-7A82-413C-8178-2D19CE40C1B7}" sibTransId="{2B54224E-64B7-45FE-80FD-F4A53CA44EE6}"/>
    <dgm:cxn modelId="{8EE2C338-377D-4EF4-BA96-92024628B629}" srcId="{2AB35EE5-FF7A-4D55-97B4-54FCAB72E057}" destId="{138BDA74-62AD-4A6D-98CB-AC17881A6A82}" srcOrd="1" destOrd="0" parTransId="{31EB7A6E-F707-44FB-A7F8-8E3DB8883581}" sibTransId="{E187147A-0FC9-48F6-B1B3-B4346EFEFEAF}"/>
    <dgm:cxn modelId="{1B86DB7A-775C-4506-9AD3-437840AD0E12}" srcId="{2AB35EE5-FF7A-4D55-97B4-54FCAB72E057}" destId="{B61F098D-EE5B-40FC-B5CB-60DF2A0EEEFA}" srcOrd="6" destOrd="0" parTransId="{78899643-3F44-4F12-B96C-044DB04022FB}" sibTransId="{4F6A71CD-A8E5-4D2F-B77C-39BCA8781F47}"/>
    <dgm:cxn modelId="{E665CCAC-0889-43E5-9AD0-2C9FDA336A5A}" srcId="{2AB35EE5-FF7A-4D55-97B4-54FCAB72E057}" destId="{1DFDDB3C-01EB-41DD-8FDE-10294DA32BFC}" srcOrd="4" destOrd="0" parTransId="{41056401-3F11-433E-B2C2-B555ACDA0E94}" sibTransId="{2EA119AD-43E0-4889-B435-DAA5FCA162CC}"/>
    <dgm:cxn modelId="{F152948F-F7A8-4090-9744-344296473639}" type="presOf" srcId="{2AB35EE5-FF7A-4D55-97B4-54FCAB72E057}" destId="{37E2265B-7CE8-4095-BF58-5454088DED03}" srcOrd="0" destOrd="0" presId="urn:microsoft.com/office/officeart/2005/8/layout/hProcess11"/>
    <dgm:cxn modelId="{28B24815-1EF5-4A9C-9642-9D0C8F965102}" type="presOf" srcId="{138BDA74-62AD-4A6D-98CB-AC17881A6A82}" destId="{D688B2EA-0541-4276-9CAA-A1D9A0D9C7E9}" srcOrd="0" destOrd="0" presId="urn:microsoft.com/office/officeart/2005/8/layout/hProcess11"/>
    <dgm:cxn modelId="{46493094-D196-4D01-A573-4D61FB024BEA}" srcId="{175D644D-5998-4414-A219-EF7CF7EF0819}" destId="{AB4A6FD9-8A16-4198-9262-66C4B5FE389E}" srcOrd="1" destOrd="0" parTransId="{51820A13-6879-47A7-BE2C-1C08E8F83B96}" sibTransId="{2C2CA202-BE9F-410F-BDB6-0CE2DEF69545}"/>
    <dgm:cxn modelId="{59058445-F190-44AD-AE80-AC56948BF11F}" srcId="{2AB35EE5-FF7A-4D55-97B4-54FCAB72E057}" destId="{56D10CD1-EEE9-4486-BC59-39E721258E2F}" srcOrd="5" destOrd="0" parTransId="{09235C3E-9C3F-4CA2-A89B-22320B5A49DF}" sibTransId="{A44EEA98-A688-4A59-868F-3D8FBB1CCA29}"/>
    <dgm:cxn modelId="{9849BC52-166D-423F-8178-988839C9E69B}" srcId="{A45C8EF2-D448-4480-8177-86656813FB1E}" destId="{EED0FFDF-94AD-40C3-B089-6F7353E45FA4}" srcOrd="0" destOrd="0" parTransId="{166AFB68-57A0-4F9A-897C-8440305DD916}" sibTransId="{0D49644F-1D15-45AC-8C10-F09737D5F0C8}"/>
    <dgm:cxn modelId="{CBFAC235-8DD3-48A7-8984-6C08F13B9722}" srcId="{746E564D-C16A-4C53-8740-CB132C5D61FC}" destId="{AD6D21D9-6C37-4E6D-BA16-0B7B05785E88}" srcOrd="1" destOrd="0" parTransId="{A8F6E406-B498-4E2D-A53C-CCD80C71D8A6}" sibTransId="{D45882B0-8AE8-44A9-81C9-D5B06F7800E9}"/>
    <dgm:cxn modelId="{BDA2C48A-E5E1-4A83-BFC7-8657FBC023F2}" srcId="{2AB35EE5-FF7A-4D55-97B4-54FCAB72E057}" destId="{A45C8EF2-D448-4480-8177-86656813FB1E}" srcOrd="2" destOrd="0" parTransId="{FF3994E9-1B52-4A30-A0A0-7840C143432D}" sibTransId="{043777AE-8D92-411B-B469-2FC3FC8DD5D0}"/>
    <dgm:cxn modelId="{1363D224-B315-41FB-8F8E-48E077598C93}" srcId="{2AB35EE5-FF7A-4D55-97B4-54FCAB72E057}" destId="{29FD9880-0508-4AC9-9F9F-8730AD4CFBA6}" srcOrd="3" destOrd="0" parTransId="{CC5C53D3-A0AA-478E-B553-120D0E9285A6}" sibTransId="{408E2318-0504-4BCA-8245-C170D88335A1}"/>
    <dgm:cxn modelId="{282D6626-B574-49FE-96F7-D4AB10AA75EC}" type="presOf" srcId="{175D644D-5998-4414-A219-EF7CF7EF0819}" destId="{DDB16539-2A7B-42E2-A2D2-63762B2F126A}" srcOrd="0" destOrd="1" presId="urn:microsoft.com/office/officeart/2005/8/layout/hProcess11"/>
    <dgm:cxn modelId="{91133432-FC9A-44EF-B196-D6F7641FFF8B}" type="presOf" srcId="{27711D13-60A7-4DF0-B2E9-529E5B437C11}" destId="{DDB16539-2A7B-42E2-A2D2-63762B2F126A}" srcOrd="0" destOrd="2" presId="urn:microsoft.com/office/officeart/2005/8/layout/hProcess11"/>
    <dgm:cxn modelId="{C3E14A7E-CF4B-4344-AF8B-A774F66164DC}" type="presOf" srcId="{07DE4DCA-9BE5-4A67-9F97-67938847FDB6}" destId="{F2EEE9FF-6918-44A4-9D04-0FEB52D1CDBA}" srcOrd="0" destOrd="1" presId="urn:microsoft.com/office/officeart/2005/8/layout/hProcess11"/>
    <dgm:cxn modelId="{72D6034F-7974-46B9-A143-51734C2857C0}" srcId="{175D644D-5998-4414-A219-EF7CF7EF0819}" destId="{27711D13-60A7-4DF0-B2E9-529E5B437C11}" srcOrd="0" destOrd="0" parTransId="{408B1636-BCFF-4049-8A26-BEB6BBB1928A}" sibTransId="{6FBF223B-D62C-4B0F-ACC4-6BC3DE8E3DC5}"/>
    <dgm:cxn modelId="{6908EFCF-4573-4EC1-847E-F6F20C40C1F0}" type="presOf" srcId="{AD6D21D9-6C37-4E6D-BA16-0B7B05785E88}" destId="{A2BB706F-D046-4387-B3CC-BD08598C9563}" srcOrd="0" destOrd="2" presId="urn:microsoft.com/office/officeart/2005/8/layout/hProcess11"/>
    <dgm:cxn modelId="{3C8BCA23-1C8F-499A-85AF-2A93A78433D7}" type="presOf" srcId="{EED0FFDF-94AD-40C3-B089-6F7353E45FA4}" destId="{7A51830F-77DF-4B25-88D9-25C3A1367875}" srcOrd="0" destOrd="1" presId="urn:microsoft.com/office/officeart/2005/8/layout/hProcess11"/>
    <dgm:cxn modelId="{81409E4A-DD51-4DEF-AC01-422D42F57CFF}" type="presOf" srcId="{56D10CD1-EEE9-4486-BC59-39E721258E2F}" destId="{DDB16539-2A7B-42E2-A2D2-63762B2F126A}" srcOrd="0" destOrd="0" presId="urn:microsoft.com/office/officeart/2005/8/layout/hProcess11"/>
    <dgm:cxn modelId="{1FED98F5-C2F2-4623-B67F-E6F02162D78F}" type="presOf" srcId="{29FD9880-0508-4AC9-9F9F-8730AD4CFBA6}" destId="{F2EEE9FF-6918-44A4-9D04-0FEB52D1CDBA}" srcOrd="0" destOrd="0" presId="urn:microsoft.com/office/officeart/2005/8/layout/hProcess11"/>
    <dgm:cxn modelId="{264646BE-D74B-49E9-95D0-D0307304C186}" srcId="{175D644D-5998-4414-A219-EF7CF7EF0819}" destId="{78C81588-4D2E-4681-970C-072D43B40C49}" srcOrd="3" destOrd="0" parTransId="{A9FADE0A-5510-4B6E-BBF6-1292FA4A633D}" sibTransId="{79EF42A4-CF43-42E6-BC68-6687544DC87B}"/>
    <dgm:cxn modelId="{12F7AB25-00A3-4BD1-832F-AFB1E56D0500}" type="presOf" srcId="{AB4A6FD9-8A16-4198-9262-66C4B5FE389E}" destId="{DDB16539-2A7B-42E2-A2D2-63762B2F126A}" srcOrd="0" destOrd="3" presId="urn:microsoft.com/office/officeart/2005/8/layout/hProcess11"/>
    <dgm:cxn modelId="{543602FA-2188-40C1-9455-1F1C820BF661}" type="presOf" srcId="{BEEBB192-D07F-4455-B62E-6443C8ECABA9}" destId="{D688B2EA-0541-4276-9CAA-A1D9A0D9C7E9}" srcOrd="0" destOrd="1" presId="urn:microsoft.com/office/officeart/2005/8/layout/hProcess11"/>
    <dgm:cxn modelId="{E40B78B7-0685-4F94-9F1D-5488ABD56833}" type="presOf" srcId="{DEAD86FF-6418-4A6A-BEF2-12114519C501}" destId="{D3AB1757-3C42-4698-BD5F-CC2442F7F38C}" srcOrd="0" destOrd="1" presId="urn:microsoft.com/office/officeart/2005/8/layout/hProcess11"/>
    <dgm:cxn modelId="{1D3FA17F-A260-434E-951B-B48CEBDF8213}" type="presOf" srcId="{A45C8EF2-D448-4480-8177-86656813FB1E}" destId="{7A51830F-77DF-4B25-88D9-25C3A1367875}" srcOrd="0" destOrd="0" presId="urn:microsoft.com/office/officeart/2005/8/layout/hProcess11"/>
    <dgm:cxn modelId="{93AA2379-0549-4EEB-A5C4-0A6E0753768B}" type="presOf" srcId="{78C81588-4D2E-4681-970C-072D43B40C49}" destId="{DDB16539-2A7B-42E2-A2D2-63762B2F126A}" srcOrd="0" destOrd="5" presId="urn:microsoft.com/office/officeart/2005/8/layout/hProcess11"/>
    <dgm:cxn modelId="{340BF5DB-712E-4025-A4AB-5431D7F5B26D}" srcId="{138BDA74-62AD-4A6D-98CB-AC17881A6A82}" destId="{BEEBB192-D07F-4455-B62E-6443C8ECABA9}" srcOrd="0" destOrd="0" parTransId="{C4771967-8F33-4609-966F-1C4C212D34B5}" sibTransId="{71094569-C7A5-4858-87B8-D877DD5EA125}"/>
    <dgm:cxn modelId="{3AA2A113-5AB6-4672-8720-19A4579490B7}" srcId="{2AB35EE5-FF7A-4D55-97B4-54FCAB72E057}" destId="{746E564D-C16A-4C53-8740-CB132C5D61FC}" srcOrd="0" destOrd="0" parTransId="{A2C0058A-2F35-4568-9709-B0A9C883BD45}" sibTransId="{C1456D91-4A42-4640-989F-25557CC45B34}"/>
    <dgm:cxn modelId="{1668D981-A35C-415C-8256-69E829A0894D}" srcId="{29FD9880-0508-4AC9-9F9F-8730AD4CFBA6}" destId="{07DE4DCA-9BE5-4A67-9F97-67938847FDB6}" srcOrd="0" destOrd="0" parTransId="{F17A5F28-04AE-4A48-94FF-938A159BED87}" sibTransId="{6F512D6A-239B-4A67-BD1A-02ED417408BF}"/>
    <dgm:cxn modelId="{42DCFE8C-5F04-46DB-9565-6EBD1079CA06}" type="presParOf" srcId="{37E2265B-7CE8-4095-BF58-5454088DED03}" destId="{6EDD9681-247E-442F-9DD0-5E1962429538}" srcOrd="0" destOrd="0" presId="urn:microsoft.com/office/officeart/2005/8/layout/hProcess11"/>
    <dgm:cxn modelId="{BC58C3DD-5CFB-41D9-A91F-C9D1C147CF11}" type="presParOf" srcId="{37E2265B-7CE8-4095-BF58-5454088DED03}" destId="{5FC60DC4-E90B-4581-8D90-4C2726000D71}" srcOrd="1" destOrd="0" presId="urn:microsoft.com/office/officeart/2005/8/layout/hProcess11"/>
    <dgm:cxn modelId="{ADAA7B8B-27B3-46FD-8308-27D38139F159}" type="presParOf" srcId="{5FC60DC4-E90B-4581-8D90-4C2726000D71}" destId="{A2AB7FE7-FBF1-474E-9C89-02E55F341A9F}" srcOrd="0" destOrd="0" presId="urn:microsoft.com/office/officeart/2005/8/layout/hProcess11"/>
    <dgm:cxn modelId="{0044001B-DE16-4B0E-88FC-BCE4E5C26A63}" type="presParOf" srcId="{A2AB7FE7-FBF1-474E-9C89-02E55F341A9F}" destId="{A2BB706F-D046-4387-B3CC-BD08598C9563}" srcOrd="0" destOrd="0" presId="urn:microsoft.com/office/officeart/2005/8/layout/hProcess11"/>
    <dgm:cxn modelId="{DFEB9D0F-5E09-49D3-AF6E-03934410E9B3}" type="presParOf" srcId="{A2AB7FE7-FBF1-474E-9C89-02E55F341A9F}" destId="{591C2C07-690B-40B0-85D9-4BE66CFBEA02}" srcOrd="1" destOrd="0" presId="urn:microsoft.com/office/officeart/2005/8/layout/hProcess11"/>
    <dgm:cxn modelId="{A4576BA7-7FFC-48CD-B938-DCCDAE64953D}" type="presParOf" srcId="{A2AB7FE7-FBF1-474E-9C89-02E55F341A9F}" destId="{72DFB31B-CFE0-4890-85F4-7E2314C7E74A}" srcOrd="2" destOrd="0" presId="urn:microsoft.com/office/officeart/2005/8/layout/hProcess11"/>
    <dgm:cxn modelId="{02366284-0A7B-4D82-BA27-4DDCECB47714}" type="presParOf" srcId="{5FC60DC4-E90B-4581-8D90-4C2726000D71}" destId="{82F69FEF-4513-4580-821E-B2A8DB05A94B}" srcOrd="1" destOrd="0" presId="urn:microsoft.com/office/officeart/2005/8/layout/hProcess11"/>
    <dgm:cxn modelId="{50047EE8-0F7F-4927-8FBA-15DB40CC88C3}" type="presParOf" srcId="{5FC60DC4-E90B-4581-8D90-4C2726000D71}" destId="{FA76B634-9E43-452F-B264-BD2166A46278}" srcOrd="2" destOrd="0" presId="urn:microsoft.com/office/officeart/2005/8/layout/hProcess11"/>
    <dgm:cxn modelId="{18574593-2E48-4862-AA09-B09F2F81409E}" type="presParOf" srcId="{FA76B634-9E43-452F-B264-BD2166A46278}" destId="{D688B2EA-0541-4276-9CAA-A1D9A0D9C7E9}" srcOrd="0" destOrd="0" presId="urn:microsoft.com/office/officeart/2005/8/layout/hProcess11"/>
    <dgm:cxn modelId="{2E72BD3A-753E-4661-A421-88D6DB05F09E}" type="presParOf" srcId="{FA76B634-9E43-452F-B264-BD2166A46278}" destId="{4EA36FF5-6C78-478A-8140-1BD652760150}" srcOrd="1" destOrd="0" presId="urn:microsoft.com/office/officeart/2005/8/layout/hProcess11"/>
    <dgm:cxn modelId="{7FCC12B4-2F54-4D4B-BDD7-0E069C848B43}" type="presParOf" srcId="{FA76B634-9E43-452F-B264-BD2166A46278}" destId="{D43B566F-3F3C-4AC9-B9D1-05B5FE68F373}" srcOrd="2" destOrd="0" presId="urn:microsoft.com/office/officeart/2005/8/layout/hProcess11"/>
    <dgm:cxn modelId="{B9271677-8ACF-42BF-9288-BD22699434CD}" type="presParOf" srcId="{5FC60DC4-E90B-4581-8D90-4C2726000D71}" destId="{72A7E3EC-E9A9-4462-A834-92C57818650D}" srcOrd="3" destOrd="0" presId="urn:microsoft.com/office/officeart/2005/8/layout/hProcess11"/>
    <dgm:cxn modelId="{EA40C9A2-3483-491D-9292-92736CC7E736}" type="presParOf" srcId="{5FC60DC4-E90B-4581-8D90-4C2726000D71}" destId="{3F2DE15D-5DA5-4D5B-800B-8B6DD5F12EFE}" srcOrd="4" destOrd="0" presId="urn:microsoft.com/office/officeart/2005/8/layout/hProcess11"/>
    <dgm:cxn modelId="{6A95C48F-0574-4F65-AD37-A17920129ED3}" type="presParOf" srcId="{3F2DE15D-5DA5-4D5B-800B-8B6DD5F12EFE}" destId="{7A51830F-77DF-4B25-88D9-25C3A1367875}" srcOrd="0" destOrd="0" presId="urn:microsoft.com/office/officeart/2005/8/layout/hProcess11"/>
    <dgm:cxn modelId="{326D2268-0D9C-4F84-B67E-BF1B9FCB567B}" type="presParOf" srcId="{3F2DE15D-5DA5-4D5B-800B-8B6DD5F12EFE}" destId="{9D545769-61B5-454F-801D-1FD5E7AD4693}" srcOrd="1" destOrd="0" presId="urn:microsoft.com/office/officeart/2005/8/layout/hProcess11"/>
    <dgm:cxn modelId="{AEF6C764-5C0D-4022-92ED-93B61554FD89}" type="presParOf" srcId="{3F2DE15D-5DA5-4D5B-800B-8B6DD5F12EFE}" destId="{5E24A93A-AC58-4E9D-964A-8D01CDDDF8A8}" srcOrd="2" destOrd="0" presId="urn:microsoft.com/office/officeart/2005/8/layout/hProcess11"/>
    <dgm:cxn modelId="{435E5E29-8C10-4182-8C86-4C49C3B43A80}" type="presParOf" srcId="{5FC60DC4-E90B-4581-8D90-4C2726000D71}" destId="{707AA22D-3CB2-4D7E-B523-442B8347CA51}" srcOrd="5" destOrd="0" presId="urn:microsoft.com/office/officeart/2005/8/layout/hProcess11"/>
    <dgm:cxn modelId="{E647F061-0F6C-44CA-94D5-F63B1664401A}" type="presParOf" srcId="{5FC60DC4-E90B-4581-8D90-4C2726000D71}" destId="{384F17EA-01DC-49A2-B671-33718BA7D800}" srcOrd="6" destOrd="0" presId="urn:microsoft.com/office/officeart/2005/8/layout/hProcess11"/>
    <dgm:cxn modelId="{4E731A22-F135-4622-A4D8-1FA0236AC203}" type="presParOf" srcId="{384F17EA-01DC-49A2-B671-33718BA7D800}" destId="{F2EEE9FF-6918-44A4-9D04-0FEB52D1CDBA}" srcOrd="0" destOrd="0" presId="urn:microsoft.com/office/officeart/2005/8/layout/hProcess11"/>
    <dgm:cxn modelId="{6C405857-4AD9-4B02-A6C8-8C1E4A9C3432}" type="presParOf" srcId="{384F17EA-01DC-49A2-B671-33718BA7D800}" destId="{D26A92EF-20F3-43DA-BADF-40E58412711F}" srcOrd="1" destOrd="0" presId="urn:microsoft.com/office/officeart/2005/8/layout/hProcess11"/>
    <dgm:cxn modelId="{B263533E-2802-4D43-8B59-7B74A06A9942}" type="presParOf" srcId="{384F17EA-01DC-49A2-B671-33718BA7D800}" destId="{1305E36B-70E4-4E07-B54B-6E6DB96DB1F4}" srcOrd="2" destOrd="0" presId="urn:microsoft.com/office/officeart/2005/8/layout/hProcess11"/>
    <dgm:cxn modelId="{53331CA5-9CF9-4595-970F-9F0BE88F5A3C}" type="presParOf" srcId="{5FC60DC4-E90B-4581-8D90-4C2726000D71}" destId="{6ADB0FCD-8CE2-4731-9E14-DDAB09A5AF37}" srcOrd="7" destOrd="0" presId="urn:microsoft.com/office/officeart/2005/8/layout/hProcess11"/>
    <dgm:cxn modelId="{AC0E4F4E-6655-4E42-B945-DFC39B2673EE}" type="presParOf" srcId="{5FC60DC4-E90B-4581-8D90-4C2726000D71}" destId="{7FB96153-772A-4C56-9D42-52191F3140E4}" srcOrd="8" destOrd="0" presId="urn:microsoft.com/office/officeart/2005/8/layout/hProcess11"/>
    <dgm:cxn modelId="{D610DD61-B069-4656-88C8-3DB3F54EE3A7}" type="presParOf" srcId="{7FB96153-772A-4C56-9D42-52191F3140E4}" destId="{D3AB1757-3C42-4698-BD5F-CC2442F7F38C}" srcOrd="0" destOrd="0" presId="urn:microsoft.com/office/officeart/2005/8/layout/hProcess11"/>
    <dgm:cxn modelId="{583C0FD3-968F-4125-B9C7-8A8BAE59EC20}" type="presParOf" srcId="{7FB96153-772A-4C56-9D42-52191F3140E4}" destId="{2D7D1038-55B6-4A3B-AEE5-7C508862C081}" srcOrd="1" destOrd="0" presId="urn:microsoft.com/office/officeart/2005/8/layout/hProcess11"/>
    <dgm:cxn modelId="{404C936C-D447-4BD3-8F4B-3FBBED301B7E}" type="presParOf" srcId="{7FB96153-772A-4C56-9D42-52191F3140E4}" destId="{B02D15A6-9E68-454B-BEC5-3AAA4A73A86C}" srcOrd="2" destOrd="0" presId="urn:microsoft.com/office/officeart/2005/8/layout/hProcess11"/>
    <dgm:cxn modelId="{8B7DB73A-6587-4F50-9EAF-28CDEC3D15EE}" type="presParOf" srcId="{5FC60DC4-E90B-4581-8D90-4C2726000D71}" destId="{BCA2DBBC-847D-414D-A06F-13635D74EC1E}" srcOrd="9" destOrd="0" presId="urn:microsoft.com/office/officeart/2005/8/layout/hProcess11"/>
    <dgm:cxn modelId="{577F66DF-C040-43CB-A731-7C66263FD2AC}" type="presParOf" srcId="{5FC60DC4-E90B-4581-8D90-4C2726000D71}" destId="{9ECD868C-57F3-4EB2-BD3B-5BDA62CB80E2}" srcOrd="10" destOrd="0" presId="urn:microsoft.com/office/officeart/2005/8/layout/hProcess11"/>
    <dgm:cxn modelId="{CB9809E7-4875-492A-9554-4094358316B3}" type="presParOf" srcId="{9ECD868C-57F3-4EB2-BD3B-5BDA62CB80E2}" destId="{DDB16539-2A7B-42E2-A2D2-63762B2F126A}" srcOrd="0" destOrd="0" presId="urn:microsoft.com/office/officeart/2005/8/layout/hProcess11"/>
    <dgm:cxn modelId="{E0A78DDD-A198-4A79-99E7-CD00A52F6148}" type="presParOf" srcId="{9ECD868C-57F3-4EB2-BD3B-5BDA62CB80E2}" destId="{218F1C00-2263-4BBA-A933-FF6F40EDF0B1}" srcOrd="1" destOrd="0" presId="urn:microsoft.com/office/officeart/2005/8/layout/hProcess11"/>
    <dgm:cxn modelId="{041430B1-3F82-47EC-AAC3-83F725DC32DB}" type="presParOf" srcId="{9ECD868C-57F3-4EB2-BD3B-5BDA62CB80E2}" destId="{D93F34A2-3D68-4240-B2D2-EFD5FC4FB76E}" srcOrd="2" destOrd="0" presId="urn:microsoft.com/office/officeart/2005/8/layout/hProcess11"/>
    <dgm:cxn modelId="{2FF2E7EC-6C37-4006-B4BC-2AD36FA978D7}" type="presParOf" srcId="{5FC60DC4-E90B-4581-8D90-4C2726000D71}" destId="{328F61A6-BB65-498C-B13C-94FA271BA33D}" srcOrd="11" destOrd="0" presId="urn:microsoft.com/office/officeart/2005/8/layout/hProcess11"/>
    <dgm:cxn modelId="{A19C0CFA-C91B-4AEC-A055-23FBD87194D4}" type="presParOf" srcId="{5FC60DC4-E90B-4581-8D90-4C2726000D71}" destId="{5F4B546B-7087-40D2-B1E8-259DCD24E505}" srcOrd="12" destOrd="0" presId="urn:microsoft.com/office/officeart/2005/8/layout/hProcess11"/>
    <dgm:cxn modelId="{210B0018-0D30-4FAC-B1BA-C5A974AC3770}" type="presParOf" srcId="{5F4B546B-7087-40D2-B1E8-259DCD24E505}" destId="{111FB19B-111D-4ABF-AAC1-62E04C5ECBD3}" srcOrd="0" destOrd="0" presId="urn:microsoft.com/office/officeart/2005/8/layout/hProcess11"/>
    <dgm:cxn modelId="{50825831-78A7-4692-AE8E-733AB44F6889}" type="presParOf" srcId="{5F4B546B-7087-40D2-B1E8-259DCD24E505}" destId="{367E8D13-53CD-400E-B52E-45BD77BB7F16}" srcOrd="1" destOrd="0" presId="urn:microsoft.com/office/officeart/2005/8/layout/hProcess11"/>
    <dgm:cxn modelId="{0BF5CF34-40A8-4807-9217-5612F7AA011A}" type="presParOf" srcId="{5F4B546B-7087-40D2-B1E8-259DCD24E505}" destId="{FDDA97FD-0051-4492-B978-1F70C3BA7557}" srcOrd="2" destOrd="0" presId="urn:microsoft.com/office/officeart/2005/8/layout/hProcess1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EDD9681-247E-442F-9DD0-5E1962429538}">
      <dsp:nvSpPr>
        <dsp:cNvPr id="0" name=""/>
        <dsp:cNvSpPr/>
      </dsp:nvSpPr>
      <dsp:spPr>
        <a:xfrm>
          <a:off x="0" y="1371599"/>
          <a:ext cx="10972800" cy="1828800"/>
        </a:xfrm>
        <a:prstGeom prst="notchedRightArrow">
          <a:avLst/>
        </a:prstGeom>
        <a:solidFill>
          <a:schemeClr val="dk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2BB706F-D046-4387-B3CC-BD08598C9563}">
      <dsp:nvSpPr>
        <dsp:cNvPr id="0" name=""/>
        <dsp:cNvSpPr/>
      </dsp:nvSpPr>
      <dsp:spPr>
        <a:xfrm>
          <a:off x="843" y="0"/>
          <a:ext cx="1352579" cy="18288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2456" tIns="92456" rIns="92456" bIns="92456" numCol="1" spcCol="1270" anchor="b" anchorCtr="1">
          <a:noAutofit/>
        </a:bodyPr>
        <a:lstStyle/>
        <a:p>
          <a:pPr lvl="0" algn="l" defTabSz="577850">
            <a:lnSpc>
              <a:spcPct val="90000"/>
            </a:lnSpc>
            <a:spcBef>
              <a:spcPct val="0"/>
            </a:spcBef>
            <a:spcAft>
              <a:spcPct val="35000"/>
            </a:spcAft>
          </a:pPr>
          <a:r>
            <a:rPr lang="en-US" sz="1300" kern="1200" dirty="0" smtClean="0"/>
            <a:t>Cleaning</a:t>
          </a:r>
        </a:p>
        <a:p>
          <a:pPr marL="57150" lvl="1" indent="-57150" algn="l" defTabSz="444500">
            <a:lnSpc>
              <a:spcPct val="90000"/>
            </a:lnSpc>
            <a:spcBef>
              <a:spcPct val="0"/>
            </a:spcBef>
            <a:spcAft>
              <a:spcPct val="15000"/>
            </a:spcAft>
            <a:buChar char="••"/>
          </a:pPr>
          <a:r>
            <a:rPr lang="en-US" sz="1000" kern="1200" dirty="0" smtClean="0"/>
            <a:t>Removing odd data</a:t>
          </a:r>
        </a:p>
        <a:p>
          <a:pPr marL="57150" lvl="1" indent="-57150" algn="l" defTabSz="444500">
            <a:lnSpc>
              <a:spcPct val="90000"/>
            </a:lnSpc>
            <a:spcBef>
              <a:spcPct val="0"/>
            </a:spcBef>
            <a:spcAft>
              <a:spcPct val="15000"/>
            </a:spcAft>
            <a:buChar char="••"/>
          </a:pPr>
          <a:r>
            <a:rPr lang="en-US" sz="1000" kern="1200" dirty="0" smtClean="0"/>
            <a:t>Feature engineering</a:t>
          </a:r>
        </a:p>
      </dsp:txBody>
      <dsp:txXfrm>
        <a:off x="843" y="0"/>
        <a:ext cx="1352579" cy="1828800"/>
      </dsp:txXfrm>
    </dsp:sp>
    <dsp:sp modelId="{591C2C07-690B-40B0-85D9-4BE66CFBEA02}">
      <dsp:nvSpPr>
        <dsp:cNvPr id="0" name=""/>
        <dsp:cNvSpPr/>
      </dsp:nvSpPr>
      <dsp:spPr>
        <a:xfrm>
          <a:off x="448533" y="2057400"/>
          <a:ext cx="457200" cy="457200"/>
        </a:xfrm>
        <a:prstGeom prst="ellipse">
          <a:avLst/>
        </a:prstGeom>
        <a:solidFill>
          <a:schemeClr val="lt1">
            <a:hueOff val="0"/>
            <a:satOff val="0"/>
            <a:lumOff val="0"/>
            <a:alphaOff val="0"/>
          </a:schemeClr>
        </a:solidFill>
        <a:ln w="25400" cap="flat" cmpd="sng" algn="ctr">
          <a:solidFill>
            <a:schemeClr val="dk2">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D688B2EA-0541-4276-9CAA-A1D9A0D9C7E9}">
      <dsp:nvSpPr>
        <dsp:cNvPr id="0" name=""/>
        <dsp:cNvSpPr/>
      </dsp:nvSpPr>
      <dsp:spPr>
        <a:xfrm>
          <a:off x="1421052" y="2743199"/>
          <a:ext cx="1352579" cy="18288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2456" tIns="92456" rIns="92456" bIns="92456" numCol="1" spcCol="1270" anchor="t" anchorCtr="1">
          <a:noAutofit/>
        </a:bodyPr>
        <a:lstStyle/>
        <a:p>
          <a:pPr lvl="0" algn="l" defTabSz="577850">
            <a:lnSpc>
              <a:spcPct val="90000"/>
            </a:lnSpc>
            <a:spcBef>
              <a:spcPct val="0"/>
            </a:spcBef>
            <a:spcAft>
              <a:spcPct val="35000"/>
            </a:spcAft>
          </a:pPr>
          <a:r>
            <a:rPr lang="en-US" sz="1300" kern="1200" dirty="0" smtClean="0"/>
            <a:t>Dummies</a:t>
          </a:r>
          <a:endParaRPr lang="en-US" sz="1300" kern="1200" dirty="0"/>
        </a:p>
        <a:p>
          <a:pPr marL="57150" lvl="1" indent="-57150" algn="l" defTabSz="444500">
            <a:lnSpc>
              <a:spcPct val="90000"/>
            </a:lnSpc>
            <a:spcBef>
              <a:spcPct val="0"/>
            </a:spcBef>
            <a:spcAft>
              <a:spcPct val="15000"/>
            </a:spcAft>
            <a:buChar char="••"/>
          </a:pPr>
          <a:r>
            <a:rPr lang="en-US" sz="1000" kern="1200" dirty="0" smtClean="0"/>
            <a:t>There are 66 Features in total</a:t>
          </a:r>
          <a:endParaRPr lang="en-US" sz="1000" kern="1200" dirty="0"/>
        </a:p>
      </dsp:txBody>
      <dsp:txXfrm>
        <a:off x="1421052" y="2743199"/>
        <a:ext cx="1352579" cy="1828800"/>
      </dsp:txXfrm>
    </dsp:sp>
    <dsp:sp modelId="{4EA36FF5-6C78-478A-8140-1BD652760150}">
      <dsp:nvSpPr>
        <dsp:cNvPr id="0" name=""/>
        <dsp:cNvSpPr/>
      </dsp:nvSpPr>
      <dsp:spPr>
        <a:xfrm>
          <a:off x="1868742" y="2057400"/>
          <a:ext cx="457200" cy="457200"/>
        </a:xfrm>
        <a:prstGeom prst="ellipse">
          <a:avLst/>
        </a:prstGeom>
        <a:solidFill>
          <a:schemeClr val="lt1">
            <a:hueOff val="0"/>
            <a:satOff val="0"/>
            <a:lumOff val="0"/>
            <a:alphaOff val="0"/>
          </a:schemeClr>
        </a:solidFill>
        <a:ln w="25400" cap="flat" cmpd="sng" algn="ctr">
          <a:solidFill>
            <a:schemeClr val="dk2">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7A51830F-77DF-4B25-88D9-25C3A1367875}">
      <dsp:nvSpPr>
        <dsp:cNvPr id="0" name=""/>
        <dsp:cNvSpPr/>
      </dsp:nvSpPr>
      <dsp:spPr>
        <a:xfrm>
          <a:off x="2841261" y="0"/>
          <a:ext cx="1352579" cy="18288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2456" tIns="92456" rIns="92456" bIns="92456" numCol="1" spcCol="1270" anchor="b" anchorCtr="1">
          <a:noAutofit/>
        </a:bodyPr>
        <a:lstStyle/>
        <a:p>
          <a:pPr lvl="0" algn="l" defTabSz="577850">
            <a:lnSpc>
              <a:spcPct val="90000"/>
            </a:lnSpc>
            <a:spcBef>
              <a:spcPct val="0"/>
            </a:spcBef>
            <a:spcAft>
              <a:spcPct val="35000"/>
            </a:spcAft>
          </a:pPr>
          <a:r>
            <a:rPr lang="en-US" sz="1300" kern="1200" dirty="0" smtClean="0"/>
            <a:t>PCA</a:t>
          </a:r>
          <a:endParaRPr lang="en-US" sz="1300" kern="1200" dirty="0"/>
        </a:p>
        <a:p>
          <a:pPr marL="57150" lvl="1" indent="-57150" algn="l" defTabSz="444500">
            <a:lnSpc>
              <a:spcPct val="90000"/>
            </a:lnSpc>
            <a:spcBef>
              <a:spcPct val="0"/>
            </a:spcBef>
            <a:spcAft>
              <a:spcPct val="15000"/>
            </a:spcAft>
            <a:buChar char="••"/>
          </a:pPr>
          <a:r>
            <a:rPr lang="en-US" sz="1000" kern="1200" dirty="0" smtClean="0"/>
            <a:t>Trying PCA, 37 Features only covers 80% of the data</a:t>
          </a:r>
          <a:endParaRPr lang="en-US" sz="1000" kern="1200" dirty="0"/>
        </a:p>
      </dsp:txBody>
      <dsp:txXfrm>
        <a:off x="2841261" y="0"/>
        <a:ext cx="1352579" cy="1828800"/>
      </dsp:txXfrm>
    </dsp:sp>
    <dsp:sp modelId="{9D545769-61B5-454F-801D-1FD5E7AD4693}">
      <dsp:nvSpPr>
        <dsp:cNvPr id="0" name=""/>
        <dsp:cNvSpPr/>
      </dsp:nvSpPr>
      <dsp:spPr>
        <a:xfrm>
          <a:off x="3288951" y="2057400"/>
          <a:ext cx="457200" cy="457200"/>
        </a:xfrm>
        <a:prstGeom prst="ellipse">
          <a:avLst/>
        </a:prstGeom>
        <a:solidFill>
          <a:schemeClr val="lt1">
            <a:hueOff val="0"/>
            <a:satOff val="0"/>
            <a:lumOff val="0"/>
            <a:alphaOff val="0"/>
          </a:schemeClr>
        </a:solidFill>
        <a:ln w="25400" cap="flat" cmpd="sng" algn="ctr">
          <a:solidFill>
            <a:schemeClr val="dk2">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F2EEE9FF-6918-44A4-9D04-0FEB52D1CDBA}">
      <dsp:nvSpPr>
        <dsp:cNvPr id="0" name=""/>
        <dsp:cNvSpPr/>
      </dsp:nvSpPr>
      <dsp:spPr>
        <a:xfrm>
          <a:off x="4261470" y="2743199"/>
          <a:ext cx="1352579" cy="18288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2456" tIns="92456" rIns="92456" bIns="92456" numCol="1" spcCol="1270" anchor="t" anchorCtr="1">
          <a:noAutofit/>
        </a:bodyPr>
        <a:lstStyle/>
        <a:p>
          <a:pPr lvl="0" algn="l" defTabSz="577850">
            <a:lnSpc>
              <a:spcPct val="90000"/>
            </a:lnSpc>
            <a:spcBef>
              <a:spcPct val="0"/>
            </a:spcBef>
            <a:spcAft>
              <a:spcPct val="35000"/>
            </a:spcAft>
          </a:pPr>
          <a:r>
            <a:rPr lang="en-US" sz="1300" kern="1200" dirty="0" smtClean="0"/>
            <a:t>Smote</a:t>
          </a:r>
          <a:endParaRPr lang="en-US" sz="1300" kern="1200" dirty="0"/>
        </a:p>
        <a:p>
          <a:pPr marL="57150" lvl="1" indent="-57150" algn="l" defTabSz="444500">
            <a:lnSpc>
              <a:spcPct val="90000"/>
            </a:lnSpc>
            <a:spcBef>
              <a:spcPct val="0"/>
            </a:spcBef>
            <a:spcAft>
              <a:spcPct val="15000"/>
            </a:spcAft>
            <a:buChar char="••"/>
          </a:pPr>
          <a:r>
            <a:rPr lang="en-US" sz="1000" kern="1200" dirty="0" smtClean="0"/>
            <a:t>To balance the cancelled and not cancelled </a:t>
          </a:r>
          <a:endParaRPr lang="en-US" sz="1000" kern="1200" dirty="0"/>
        </a:p>
      </dsp:txBody>
      <dsp:txXfrm>
        <a:off x="4261470" y="2743199"/>
        <a:ext cx="1352579" cy="1828800"/>
      </dsp:txXfrm>
    </dsp:sp>
    <dsp:sp modelId="{D26A92EF-20F3-43DA-BADF-40E58412711F}">
      <dsp:nvSpPr>
        <dsp:cNvPr id="0" name=""/>
        <dsp:cNvSpPr/>
      </dsp:nvSpPr>
      <dsp:spPr>
        <a:xfrm>
          <a:off x="4709159" y="2057400"/>
          <a:ext cx="457200" cy="457200"/>
        </a:xfrm>
        <a:prstGeom prst="ellipse">
          <a:avLst/>
        </a:prstGeom>
        <a:solidFill>
          <a:schemeClr val="lt1">
            <a:hueOff val="0"/>
            <a:satOff val="0"/>
            <a:lumOff val="0"/>
            <a:alphaOff val="0"/>
          </a:schemeClr>
        </a:solidFill>
        <a:ln w="25400" cap="flat" cmpd="sng" algn="ctr">
          <a:solidFill>
            <a:schemeClr val="dk2">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D3AB1757-3C42-4698-BD5F-CC2442F7F38C}">
      <dsp:nvSpPr>
        <dsp:cNvPr id="0" name=""/>
        <dsp:cNvSpPr/>
      </dsp:nvSpPr>
      <dsp:spPr>
        <a:xfrm>
          <a:off x="5681678" y="0"/>
          <a:ext cx="1352579" cy="18288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2456" tIns="92456" rIns="92456" bIns="92456" numCol="1" spcCol="1270" anchor="b" anchorCtr="1">
          <a:noAutofit/>
        </a:bodyPr>
        <a:lstStyle/>
        <a:p>
          <a:pPr lvl="0" algn="l" defTabSz="577850">
            <a:lnSpc>
              <a:spcPct val="90000"/>
            </a:lnSpc>
            <a:spcBef>
              <a:spcPct val="0"/>
            </a:spcBef>
            <a:spcAft>
              <a:spcPct val="35000"/>
            </a:spcAft>
          </a:pPr>
          <a:r>
            <a:rPr lang="en-US" sz="1300" kern="1200" dirty="0" smtClean="0"/>
            <a:t>Split</a:t>
          </a:r>
          <a:endParaRPr lang="en-US" sz="1300" kern="1200" dirty="0"/>
        </a:p>
        <a:p>
          <a:pPr marL="57150" lvl="1" indent="-57150" algn="l" defTabSz="444500">
            <a:lnSpc>
              <a:spcPct val="90000"/>
            </a:lnSpc>
            <a:spcBef>
              <a:spcPct val="0"/>
            </a:spcBef>
            <a:spcAft>
              <a:spcPct val="15000"/>
            </a:spcAft>
            <a:buChar char="••"/>
          </a:pPr>
          <a:r>
            <a:rPr lang="en-US" sz="1000" kern="1200" dirty="0" smtClean="0"/>
            <a:t>80-20 train-test split</a:t>
          </a:r>
          <a:endParaRPr lang="en-US" sz="1000" kern="1200" dirty="0"/>
        </a:p>
      </dsp:txBody>
      <dsp:txXfrm>
        <a:off x="5681678" y="0"/>
        <a:ext cx="1352579" cy="1828800"/>
      </dsp:txXfrm>
    </dsp:sp>
    <dsp:sp modelId="{2D7D1038-55B6-4A3B-AEE5-7C508862C081}">
      <dsp:nvSpPr>
        <dsp:cNvPr id="0" name=""/>
        <dsp:cNvSpPr/>
      </dsp:nvSpPr>
      <dsp:spPr>
        <a:xfrm>
          <a:off x="6129368" y="2057400"/>
          <a:ext cx="457200" cy="457200"/>
        </a:xfrm>
        <a:prstGeom prst="ellipse">
          <a:avLst/>
        </a:prstGeom>
        <a:solidFill>
          <a:schemeClr val="lt1">
            <a:hueOff val="0"/>
            <a:satOff val="0"/>
            <a:lumOff val="0"/>
            <a:alphaOff val="0"/>
          </a:schemeClr>
        </a:solidFill>
        <a:ln w="25400" cap="flat" cmpd="sng" algn="ctr">
          <a:solidFill>
            <a:schemeClr val="dk2">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DDB16539-2A7B-42E2-A2D2-63762B2F126A}">
      <dsp:nvSpPr>
        <dsp:cNvPr id="0" name=""/>
        <dsp:cNvSpPr/>
      </dsp:nvSpPr>
      <dsp:spPr>
        <a:xfrm>
          <a:off x="7101887" y="2743199"/>
          <a:ext cx="1352579" cy="18288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2456" tIns="92456" rIns="92456" bIns="92456" numCol="1" spcCol="1270" anchor="t" anchorCtr="1">
          <a:noAutofit/>
        </a:bodyPr>
        <a:lstStyle/>
        <a:p>
          <a:pPr lvl="0" algn="l" defTabSz="577850">
            <a:lnSpc>
              <a:spcPct val="90000"/>
            </a:lnSpc>
            <a:spcBef>
              <a:spcPct val="0"/>
            </a:spcBef>
            <a:spcAft>
              <a:spcPct val="35000"/>
            </a:spcAft>
          </a:pPr>
          <a:r>
            <a:rPr lang="en-US" sz="1300" kern="1200" dirty="0" smtClean="0"/>
            <a:t>Fit</a:t>
          </a:r>
          <a:endParaRPr lang="en-US" sz="1300" kern="1200" dirty="0"/>
        </a:p>
        <a:p>
          <a:pPr marL="57150" lvl="1" indent="-57150" algn="l" defTabSz="444500">
            <a:lnSpc>
              <a:spcPct val="90000"/>
            </a:lnSpc>
            <a:spcBef>
              <a:spcPct val="0"/>
            </a:spcBef>
            <a:spcAft>
              <a:spcPct val="15000"/>
            </a:spcAft>
            <a:buChar char="••"/>
          </a:pPr>
          <a:r>
            <a:rPr lang="en-US" sz="1000" kern="1200" dirty="0" smtClean="0"/>
            <a:t>5 different models used</a:t>
          </a:r>
          <a:endParaRPr lang="en-US" sz="1000" kern="1200" dirty="0"/>
        </a:p>
        <a:p>
          <a:pPr marL="114300" lvl="2" indent="-57150" algn="l" defTabSz="444500">
            <a:lnSpc>
              <a:spcPct val="90000"/>
            </a:lnSpc>
            <a:spcBef>
              <a:spcPct val="0"/>
            </a:spcBef>
            <a:spcAft>
              <a:spcPct val="15000"/>
            </a:spcAft>
            <a:buChar char="••"/>
          </a:pPr>
          <a:r>
            <a:rPr lang="en-US" sz="1000" kern="1200" dirty="0" smtClean="0"/>
            <a:t>Logistic Regression</a:t>
          </a:r>
          <a:endParaRPr lang="en-US" sz="1000" kern="1200" dirty="0"/>
        </a:p>
        <a:p>
          <a:pPr marL="114300" lvl="2" indent="-57150" algn="l" defTabSz="444500">
            <a:lnSpc>
              <a:spcPct val="90000"/>
            </a:lnSpc>
            <a:spcBef>
              <a:spcPct val="0"/>
            </a:spcBef>
            <a:spcAft>
              <a:spcPct val="15000"/>
            </a:spcAft>
            <a:buChar char="••"/>
          </a:pPr>
          <a:r>
            <a:rPr lang="en-US" sz="1000" kern="1200" dirty="0" smtClean="0"/>
            <a:t>Decision Tree C.</a:t>
          </a:r>
          <a:endParaRPr lang="en-US" sz="1000" kern="1200" dirty="0"/>
        </a:p>
        <a:p>
          <a:pPr marL="114300" lvl="2" indent="-57150" algn="l" defTabSz="444500">
            <a:lnSpc>
              <a:spcPct val="90000"/>
            </a:lnSpc>
            <a:spcBef>
              <a:spcPct val="0"/>
            </a:spcBef>
            <a:spcAft>
              <a:spcPct val="15000"/>
            </a:spcAft>
            <a:buChar char="••"/>
          </a:pPr>
          <a:r>
            <a:rPr lang="en-US" sz="1000" kern="1200" dirty="0" smtClean="0"/>
            <a:t>Random Forest C.</a:t>
          </a:r>
          <a:endParaRPr lang="en-US" sz="1000" kern="1200" dirty="0"/>
        </a:p>
        <a:p>
          <a:pPr marL="114300" lvl="2" indent="-57150" algn="l" defTabSz="444500">
            <a:lnSpc>
              <a:spcPct val="90000"/>
            </a:lnSpc>
            <a:spcBef>
              <a:spcPct val="0"/>
            </a:spcBef>
            <a:spcAft>
              <a:spcPct val="15000"/>
            </a:spcAft>
            <a:buChar char="••"/>
          </a:pPr>
          <a:r>
            <a:rPr lang="en-US" sz="1000" kern="1200" dirty="0" smtClean="0"/>
            <a:t>Gradient Boosting</a:t>
          </a:r>
          <a:endParaRPr lang="en-US" sz="1000" kern="1200" dirty="0"/>
        </a:p>
        <a:p>
          <a:pPr marL="114300" lvl="2" indent="-57150" algn="l" defTabSz="444500">
            <a:lnSpc>
              <a:spcPct val="90000"/>
            </a:lnSpc>
            <a:spcBef>
              <a:spcPct val="0"/>
            </a:spcBef>
            <a:spcAft>
              <a:spcPct val="15000"/>
            </a:spcAft>
            <a:buChar char="••"/>
          </a:pPr>
          <a:r>
            <a:rPr lang="en-US" sz="1000" kern="1200" dirty="0" err="1" smtClean="0"/>
            <a:t>XGBoost</a:t>
          </a:r>
          <a:endParaRPr lang="en-US" sz="1000" kern="1200" dirty="0"/>
        </a:p>
      </dsp:txBody>
      <dsp:txXfrm>
        <a:off x="7101887" y="2743199"/>
        <a:ext cx="1352579" cy="1828800"/>
      </dsp:txXfrm>
    </dsp:sp>
    <dsp:sp modelId="{218F1C00-2263-4BBA-A933-FF6F40EDF0B1}">
      <dsp:nvSpPr>
        <dsp:cNvPr id="0" name=""/>
        <dsp:cNvSpPr/>
      </dsp:nvSpPr>
      <dsp:spPr>
        <a:xfrm>
          <a:off x="7549577" y="2057400"/>
          <a:ext cx="457200" cy="457200"/>
        </a:xfrm>
        <a:prstGeom prst="ellipse">
          <a:avLst/>
        </a:prstGeom>
        <a:solidFill>
          <a:schemeClr val="lt1">
            <a:hueOff val="0"/>
            <a:satOff val="0"/>
            <a:lumOff val="0"/>
            <a:alphaOff val="0"/>
          </a:schemeClr>
        </a:solidFill>
        <a:ln w="25400" cap="flat" cmpd="sng" algn="ctr">
          <a:solidFill>
            <a:schemeClr val="dk2">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111FB19B-111D-4ABF-AAC1-62E04C5ECBD3}">
      <dsp:nvSpPr>
        <dsp:cNvPr id="0" name=""/>
        <dsp:cNvSpPr/>
      </dsp:nvSpPr>
      <dsp:spPr>
        <a:xfrm>
          <a:off x="8522096" y="0"/>
          <a:ext cx="1352579" cy="18288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2456" tIns="92456" rIns="92456" bIns="92456" numCol="1" spcCol="1270" anchor="b" anchorCtr="0">
          <a:noAutofit/>
        </a:bodyPr>
        <a:lstStyle/>
        <a:p>
          <a:pPr lvl="0" algn="ctr" defTabSz="577850">
            <a:lnSpc>
              <a:spcPct val="90000"/>
            </a:lnSpc>
            <a:spcBef>
              <a:spcPct val="0"/>
            </a:spcBef>
            <a:spcAft>
              <a:spcPct val="35000"/>
            </a:spcAft>
          </a:pPr>
          <a:r>
            <a:rPr lang="en-US" sz="1300" kern="1200" dirty="0" smtClean="0"/>
            <a:t>Predict</a:t>
          </a:r>
          <a:endParaRPr lang="en-US" sz="1300" kern="1200" dirty="0"/>
        </a:p>
      </dsp:txBody>
      <dsp:txXfrm>
        <a:off x="8522096" y="0"/>
        <a:ext cx="1352579" cy="1828800"/>
      </dsp:txXfrm>
    </dsp:sp>
    <dsp:sp modelId="{367E8D13-53CD-400E-B52E-45BD77BB7F16}">
      <dsp:nvSpPr>
        <dsp:cNvPr id="0" name=""/>
        <dsp:cNvSpPr/>
      </dsp:nvSpPr>
      <dsp:spPr>
        <a:xfrm>
          <a:off x="8969786" y="2057400"/>
          <a:ext cx="457200" cy="457200"/>
        </a:xfrm>
        <a:prstGeom prst="ellipse">
          <a:avLst/>
        </a:prstGeom>
        <a:solidFill>
          <a:schemeClr val="lt1">
            <a:hueOff val="0"/>
            <a:satOff val="0"/>
            <a:lumOff val="0"/>
            <a:alphaOff val="0"/>
          </a:schemeClr>
        </a:solidFill>
        <a:ln w="25400" cap="flat" cmpd="sng" algn="ctr">
          <a:solidFill>
            <a:schemeClr val="dk2">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Tree>
</dsp:drawing>
</file>

<file path=ppt/diagrams/layout1.xml><?xml version="1.0" encoding="utf-8"?>
<dgm:layoutDef xmlns:dgm="http://schemas.openxmlformats.org/drawingml/2006/diagram" xmlns:a="http://schemas.openxmlformats.org/drawingml/2006/main" uniqueId="urn:microsoft.com/office/officeart/2005/8/layout/hProcess11">
  <dgm:title val=""/>
  <dgm:desc val=""/>
  <dgm:catLst>
    <dgm:cat type="process" pri="8000"/>
    <dgm:cat type="convert" pri="14000"/>
  </dgm:catLst>
  <dgm:sampData useDef="1">
    <dgm:dataModel>
      <dgm:pt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alg type="composite"/>
    <dgm:shape xmlns:r="http://schemas.openxmlformats.org/officeDocument/2006/relationships" r:blip="">
      <dgm:adjLst/>
    </dgm:shape>
    <dgm:presOf/>
    <dgm:choose name="Name1">
      <dgm:if name="Name2" func="var" arg="dir" op="equ" val="norm">
        <dgm:constrLst>
          <dgm:constr type="w" for="ch" forName="arrow" refType="w"/>
          <dgm:constr type="h" for="ch" forName="arrow" refType="h" fact="0.4"/>
          <dgm:constr type="ctrY" for="ch" forName="arrow" refType="h" fact="0.5"/>
          <dgm:constr type="l" for="ch" forName="arrow"/>
          <dgm:constr type="w" for="ch" forName="points" refType="w" fact="0.9"/>
          <dgm:constr type="h" for="ch" forName="points" refType="h"/>
          <dgm:constr type="t" for="ch" forName="points"/>
          <dgm:constr type="l" for="ch" forName="points"/>
        </dgm:constrLst>
      </dgm:if>
      <dgm:else name="Name3">
        <dgm:constrLst>
          <dgm:constr type="w" for="ch" forName="arrow" refType="w"/>
          <dgm:constr type="h" for="ch" forName="arrow" refType="h" fact="0.4"/>
          <dgm:constr type="ctrY" for="ch" forName="arrow" refType="h" fact="0.5"/>
          <dgm:constr type="r" for="ch" forName="arrow" refType="w"/>
          <dgm:constr type="w" for="ch" forName="points" refType="w" fact="0.9"/>
          <dgm:constr type="h" for="ch" forName="points" refType="h"/>
          <dgm:constr type="t" for="ch" forName="points"/>
          <dgm:constr type="r" for="ch" forName="points" refType="w"/>
        </dgm:constrLst>
      </dgm:else>
    </dgm:choose>
    <dgm:ruleLst/>
    <dgm:layoutNode name="arrow" styleLbl="bgShp">
      <dgm:alg type="sp"/>
      <dgm:choose name="Name4">
        <dgm:if name="Name5" func="var" arg="dir" op="equ" val="norm">
          <dgm:shape xmlns:r="http://schemas.openxmlformats.org/officeDocument/2006/relationships" type="notchedRightArrow" r:blip="">
            <dgm:adjLst/>
          </dgm:shape>
        </dgm:if>
        <dgm:else name="Name6">
          <dgm:shape xmlns:r="http://schemas.openxmlformats.org/officeDocument/2006/relationships" rot="180" type="notchedRightArrow" r:blip="">
            <dgm:adjLst/>
          </dgm:shape>
        </dgm:else>
      </dgm:choose>
      <dgm:presOf/>
      <dgm:constrLst/>
      <dgm:ruleLst/>
    </dgm:layoutNode>
    <dgm:layoutNode name="points">
      <dgm:choose name="Name7">
        <dgm:if name="Name8" func="var" arg="dir" op="equ" val="norm">
          <dgm:alg type="lin">
            <dgm:param type="linDir" val="fromL"/>
          </dgm:alg>
        </dgm:if>
        <dgm:else name="Name9">
          <dgm:alg type="lin">
            <dgm:param type="linDir" val="fromR"/>
          </dgm:alg>
        </dgm:else>
      </dgm:choose>
      <dgm:shape xmlns:r="http://schemas.openxmlformats.org/officeDocument/2006/relationships" r:blip="">
        <dgm:adjLst/>
      </dgm:shape>
      <dgm:presOf/>
      <dgm:constrLst>
        <dgm:constr type="w" for="ch" forName="compositeA" refType="w"/>
        <dgm:constr type="h" for="ch" forName="compositeA" refType="h"/>
        <dgm:constr type="w" for="ch" forName="compositeB" refType="w" refFor="ch" refForName="compositeA" op="equ"/>
        <dgm:constr type="h" for="ch" forName="compositeB" refType="h" refFor="ch" refForName="compositeA" op="equ"/>
        <dgm:constr type="primFontSz" for="des" ptType="node" op="equ" val="65"/>
        <dgm:constr type="w" for="ch" forName="space" refType="w" refFor="ch" refForName="compositeA" op="equ" fact="0.05"/>
      </dgm:constrLst>
      <dgm:ruleLst/>
      <dgm:forEach name="Name10" axis="ch" ptType="node">
        <dgm:choose name="Name11">
          <dgm:if name="Name12" axis="self" ptType="node" func="posOdd" op="equ" val="1">
            <dgm:layoutNode name="compositeA">
              <dgm:alg type="composite"/>
              <dgm:shape xmlns:r="http://schemas.openxmlformats.org/officeDocument/2006/relationships" r:blip="">
                <dgm:adjLst/>
              </dgm:shape>
              <dgm:presOf/>
              <dgm:constrLst>
                <dgm:constr type="w" for="ch" forName="textA" refType="w"/>
                <dgm:constr type="h" for="ch" forName="textA" refType="h" fact="0.4"/>
                <dgm:constr type="t" for="ch" forName="textA"/>
                <dgm:constr type="l" for="ch" forName="textA"/>
                <dgm:constr type="h" for="ch" forName="circleA" refType="h" fact="0.1"/>
                <dgm:constr type="h" for="ch" forName="circleA" refType="w" op="lte"/>
                <dgm:constr type="w" for="ch" forName="circleA" refType="h" refFor="ch" refForName="circleA" op="equ"/>
                <dgm:constr type="ctrY" for="ch" forName="circleA" refType="h" fact="0.5"/>
                <dgm:constr type="ctrX" for="ch" forName="circleA" refType="w" refFor="ch" refForName="textA" fact="0.5"/>
                <dgm:constr type="w" for="ch" forName="spaceA" refType="w"/>
                <dgm:constr type="h" for="ch" forName="spaceA" refType="h" fact="0.4"/>
                <dgm:constr type="b" for="ch" forName="spaceA" refType="h"/>
                <dgm:constr type="l" for="ch" forName="spaceA"/>
              </dgm:constrLst>
              <dgm:ruleLst/>
              <dgm:layoutNode name="textA" styleLbl="revTx">
                <dgm:varLst>
                  <dgm:bulletEnabled val="1"/>
                </dgm:varLst>
                <dgm:alg type="tx">
                  <dgm:param type="txAnchorVert" val="b"/>
                  <dgm:param type="txAnchorVertCh" val="b"/>
                  <dgm:param type="txAnchorHorzCh" val="ctr"/>
                </dgm:alg>
                <dgm:shape xmlns:r="http://schemas.openxmlformats.org/officeDocument/2006/relationships" type="rect" r:blip="">
                  <dgm:adjLst/>
                </dgm:shape>
                <dgm:presOf axis="desOrSelf" ptType="node"/>
                <dgm:constrLst/>
                <dgm:ruleLst>
                  <dgm:rule type="primFontSz" val="5" fact="NaN" max="NaN"/>
                </dgm:ruleLst>
              </dgm:layoutNode>
              <dgm:layoutNode name="circleA">
                <dgm:alg type="sp"/>
                <dgm:shape xmlns:r="http://schemas.openxmlformats.org/officeDocument/2006/relationships" type="ellipse" r:blip="">
                  <dgm:adjLst/>
                </dgm:shape>
                <dgm:presOf/>
                <dgm:constrLst/>
                <dgm:ruleLst/>
              </dgm:layoutNode>
              <dgm:layoutNode name="spaceA">
                <dgm:alg type="sp"/>
                <dgm:shape xmlns:r="http://schemas.openxmlformats.org/officeDocument/2006/relationships" r:blip="">
                  <dgm:adjLst/>
                </dgm:shape>
                <dgm:presOf/>
                <dgm:constrLst/>
                <dgm:ruleLst/>
              </dgm:layoutNode>
            </dgm:layoutNode>
          </dgm:if>
          <dgm:else name="Name13">
            <dgm:layoutNode name="compositeB">
              <dgm:alg type="composite"/>
              <dgm:shape xmlns:r="http://schemas.openxmlformats.org/officeDocument/2006/relationships" r:blip="">
                <dgm:adjLst/>
              </dgm:shape>
              <dgm:presOf/>
              <dgm:constrLst>
                <dgm:constr type="w" for="ch" forName="textB" refType="w"/>
                <dgm:constr type="h" for="ch" forName="textB" refType="h" fact="0.4"/>
                <dgm:constr type="b" for="ch" forName="textB" refType="h"/>
                <dgm:constr type="l" for="ch" forName="textB"/>
                <dgm:constr type="h" for="ch" forName="circleB" refType="h" fact="0.1"/>
                <dgm:constr type="w" for="ch" forName="circleB" refType="h" refFor="ch" refForName="circleB" op="equ"/>
                <dgm:constr type="h" for="ch" forName="circleB" refType="w" op="lte"/>
                <dgm:constr type="ctrY" for="ch" forName="circleB" refType="h" fact="0.5"/>
                <dgm:constr type="ctrX" for="ch" forName="circleB" refType="w" refFor="ch" refForName="textB" fact="0.5"/>
                <dgm:constr type="w" for="ch" forName="spaceB" refType="w"/>
                <dgm:constr type="h" for="ch" forName="spaceB" refType="h" fact="0.4"/>
                <dgm:constr type="t" for="ch" forName="spaceB"/>
                <dgm:constr type="l" for="ch" forName="spaceB"/>
              </dgm:constrLst>
              <dgm:ruleLst/>
              <dgm:layoutNode name="textB" styleLbl="revTx">
                <dgm:varLst>
                  <dgm:bulletEnabled val="1"/>
                </dgm:varLst>
                <dgm:alg type="tx">
                  <dgm:param type="txAnchorVert" val="t"/>
                  <dgm:param type="txAnchorVertCh" val="t"/>
                  <dgm:param type="txAnchorHorzCh" val="ctr"/>
                </dgm:alg>
                <dgm:shape xmlns:r="http://schemas.openxmlformats.org/officeDocument/2006/relationships" type="rect" r:blip="">
                  <dgm:adjLst/>
                </dgm:shape>
                <dgm:presOf axis="desOrSelf" ptType="node"/>
                <dgm:constrLst/>
                <dgm:ruleLst>
                  <dgm:rule type="primFontSz" val="5" fact="NaN" max="NaN"/>
                </dgm:ruleLst>
              </dgm:layoutNode>
              <dgm:layoutNode name="circleB">
                <dgm:alg type="sp"/>
                <dgm:shape xmlns:r="http://schemas.openxmlformats.org/officeDocument/2006/relationships" type="ellipse" r:blip="">
                  <dgm:adjLst/>
                </dgm:shape>
                <dgm:presOf/>
                <dgm:constrLst/>
                <dgm:ruleLst/>
              </dgm:layoutNode>
              <dgm:layoutNode name="spaceB">
                <dgm:alg type="sp"/>
                <dgm:shape xmlns:r="http://schemas.openxmlformats.org/officeDocument/2006/relationships" r:blip="">
                  <dgm:adjLst/>
                </dgm:shape>
                <dgm:presOf/>
                <dgm:constrLst/>
                <dgm:ruleLst/>
              </dgm:layoutNode>
            </dgm:layoutNode>
          </dgm:else>
        </dgm:choose>
        <dgm:forEach name="Name14" axis="followSib" ptType="sibTrans" cnt="1">
          <dgm:layoutNode name="space">
            <dgm:alg type="sp"/>
            <dgm:shape xmlns:r="http://schemas.openxmlformats.org/officeDocument/2006/relationships" r:blip="">
              <dgm:adjLst/>
            </dgm:shape>
            <dgm:presOf/>
            <dgm:constrLst/>
            <dgm:ruleLst/>
          </dgm:layoutNode>
        </dgm:forEach>
      </dgm:forEach>
    </dgm:layoutNod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A3DA1A3-15B0-4203-A737-B8C9FFCFB595}" type="datetimeFigureOut">
              <a:rPr lang="en-US" smtClean="0"/>
              <a:t>15-Jul-20</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09556C7-AE83-4361-ACAC-8B95186CCCDD}" type="slidenum">
              <a:rPr lang="en-US" smtClean="0"/>
              <a:t>‹#›</a:t>
            </a:fld>
            <a:endParaRPr lang="en-US"/>
          </a:p>
        </p:txBody>
      </p:sp>
    </p:spTree>
    <p:extLst>
      <p:ext uri="{BB962C8B-B14F-4D97-AF65-F5344CB8AC3E}">
        <p14:creationId xmlns:p14="http://schemas.microsoft.com/office/powerpoint/2010/main" val="361991130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smtClean="0"/>
              <a:t>Accesed</a:t>
            </a:r>
            <a:r>
              <a:rPr lang="en-US" dirty="0" smtClean="0"/>
              <a:t> on February 13</a:t>
            </a:r>
            <a:endParaRPr lang="en-US" dirty="0"/>
          </a:p>
        </p:txBody>
      </p:sp>
      <p:sp>
        <p:nvSpPr>
          <p:cNvPr id="4" name="Slide Number Placeholder 3"/>
          <p:cNvSpPr>
            <a:spLocks noGrp="1"/>
          </p:cNvSpPr>
          <p:nvPr>
            <p:ph type="sldNum" sz="quarter" idx="10"/>
          </p:nvPr>
        </p:nvSpPr>
        <p:spPr/>
        <p:txBody>
          <a:bodyPr/>
          <a:lstStyle/>
          <a:p>
            <a:fld id="{409556C7-AE83-4361-ACAC-8B95186CCCDD}" type="slidenum">
              <a:rPr lang="en-US" smtClean="0"/>
              <a:t>4</a:t>
            </a:fld>
            <a:endParaRPr lang="en-US"/>
          </a:p>
        </p:txBody>
      </p:sp>
    </p:spTree>
    <p:extLst>
      <p:ext uri="{BB962C8B-B14F-4D97-AF65-F5344CB8AC3E}">
        <p14:creationId xmlns:p14="http://schemas.microsoft.com/office/powerpoint/2010/main" val="235876802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09556C7-AE83-4361-ACAC-8B95186CCCDD}" type="slidenum">
              <a:rPr lang="en-US" smtClean="0"/>
              <a:t>11</a:t>
            </a:fld>
            <a:endParaRPr lang="en-US"/>
          </a:p>
        </p:txBody>
      </p:sp>
    </p:spTree>
    <p:extLst>
      <p:ext uri="{BB962C8B-B14F-4D97-AF65-F5344CB8AC3E}">
        <p14:creationId xmlns:p14="http://schemas.microsoft.com/office/powerpoint/2010/main" val="250622231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p:spPr>
        <p:txBody>
          <a:bodyPr/>
          <a:lstStyle/>
          <a:p>
            <a:r>
              <a:rPr lang="en-US" smtClean="0"/>
              <a:t>Click to edit Master title style</a:t>
            </a:r>
            <a:endParaRPr lang="id-ID"/>
          </a:p>
        </p:txBody>
      </p:sp>
      <p:sp>
        <p:nvSpPr>
          <p:cNvPr id="3" name="Subtitle 2"/>
          <p:cNvSpPr>
            <a:spLocks noGrp="1"/>
          </p:cNvSpPr>
          <p:nvPr>
            <p:ph type="subTitle" idx="1"/>
          </p:nvPr>
        </p:nvSpPr>
        <p:spPr>
          <a:xfrm>
            <a:off x="1828800" y="3886200"/>
            <a:ext cx="85344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smtClean="0"/>
              <a:t>Click to edit Master subtitle style</a:t>
            </a:r>
            <a:endParaRPr lang="id-ID"/>
          </a:p>
        </p:txBody>
      </p:sp>
      <p:sp>
        <p:nvSpPr>
          <p:cNvPr id="4" name="Date Placeholder 3"/>
          <p:cNvSpPr>
            <a:spLocks noGrp="1"/>
          </p:cNvSpPr>
          <p:nvPr>
            <p:ph type="dt" sz="half" idx="10"/>
          </p:nvPr>
        </p:nvSpPr>
        <p:spPr/>
        <p:txBody>
          <a:bodyPr/>
          <a:lstStyle>
            <a:lvl1pPr>
              <a:defRPr/>
            </a:lvl1pPr>
          </a:lstStyle>
          <a:p>
            <a:fld id="{0722F891-876B-40AB-81E5-D09A21BABE99}" type="datetimeFigureOut">
              <a:rPr lang="en-US" smtClean="0"/>
              <a:t>15-Jul-20</a:t>
            </a:fld>
            <a:endParaRPr lang="en-US"/>
          </a:p>
        </p:txBody>
      </p:sp>
      <p:sp>
        <p:nvSpPr>
          <p:cNvPr id="5" name="Footer Placeholder 4"/>
          <p:cNvSpPr>
            <a:spLocks noGrp="1"/>
          </p:cNvSpPr>
          <p:nvPr>
            <p:ph type="ftr" sz="quarter" idx="11"/>
          </p:nvPr>
        </p:nvSpPr>
        <p:spPr/>
        <p:txBody>
          <a:bodyPr/>
          <a:lstStyle>
            <a:lvl1pPr>
              <a:defRPr/>
            </a:lvl1pPr>
          </a:lstStyle>
          <a:p>
            <a:endParaRPr lang="en-US"/>
          </a:p>
        </p:txBody>
      </p:sp>
      <p:sp>
        <p:nvSpPr>
          <p:cNvPr id="6" name="Slide Number Placeholder 5"/>
          <p:cNvSpPr>
            <a:spLocks noGrp="1"/>
          </p:cNvSpPr>
          <p:nvPr>
            <p:ph type="sldNum" sz="quarter" idx="12"/>
          </p:nvPr>
        </p:nvSpPr>
        <p:spPr/>
        <p:txBody>
          <a:bodyPr/>
          <a:lstStyle>
            <a:lvl1pPr>
              <a:defRPr/>
            </a:lvl1pPr>
          </a:lstStyle>
          <a:p>
            <a:fld id="{B09D1EE5-C488-4BB3-B888-63323A5AF2A9}" type="slidenum">
              <a:rPr lang="en-US" smtClean="0"/>
              <a:t>‹#›</a:t>
            </a:fld>
            <a:endParaRPr lang="en-US"/>
          </a:p>
        </p:txBody>
      </p:sp>
    </p:spTree>
    <p:extLst>
      <p:ext uri="{BB962C8B-B14F-4D97-AF65-F5344CB8AC3E}">
        <p14:creationId xmlns:p14="http://schemas.microsoft.com/office/powerpoint/2010/main" val="274597917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id-ID"/>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id-ID"/>
          </a:p>
        </p:txBody>
      </p:sp>
      <p:sp>
        <p:nvSpPr>
          <p:cNvPr id="4" name="Date Placeholder 3"/>
          <p:cNvSpPr>
            <a:spLocks noGrp="1"/>
          </p:cNvSpPr>
          <p:nvPr>
            <p:ph type="dt" sz="half" idx="10"/>
          </p:nvPr>
        </p:nvSpPr>
        <p:spPr/>
        <p:txBody>
          <a:bodyPr/>
          <a:lstStyle>
            <a:lvl1pPr>
              <a:defRPr/>
            </a:lvl1pPr>
          </a:lstStyle>
          <a:p>
            <a:fld id="{0722F891-876B-40AB-81E5-D09A21BABE99}" type="datetimeFigureOut">
              <a:rPr lang="en-US" smtClean="0"/>
              <a:t>15-Jul-20</a:t>
            </a:fld>
            <a:endParaRPr lang="en-US"/>
          </a:p>
        </p:txBody>
      </p:sp>
      <p:sp>
        <p:nvSpPr>
          <p:cNvPr id="5" name="Footer Placeholder 4"/>
          <p:cNvSpPr>
            <a:spLocks noGrp="1"/>
          </p:cNvSpPr>
          <p:nvPr>
            <p:ph type="ftr" sz="quarter" idx="11"/>
          </p:nvPr>
        </p:nvSpPr>
        <p:spPr/>
        <p:txBody>
          <a:bodyPr/>
          <a:lstStyle>
            <a:lvl1pPr>
              <a:defRPr/>
            </a:lvl1pPr>
          </a:lstStyle>
          <a:p>
            <a:endParaRPr lang="en-US"/>
          </a:p>
        </p:txBody>
      </p:sp>
      <p:sp>
        <p:nvSpPr>
          <p:cNvPr id="6" name="Slide Number Placeholder 5"/>
          <p:cNvSpPr>
            <a:spLocks noGrp="1"/>
          </p:cNvSpPr>
          <p:nvPr>
            <p:ph type="sldNum" sz="quarter" idx="12"/>
          </p:nvPr>
        </p:nvSpPr>
        <p:spPr/>
        <p:txBody>
          <a:bodyPr/>
          <a:lstStyle>
            <a:lvl1pPr>
              <a:defRPr/>
            </a:lvl1pPr>
          </a:lstStyle>
          <a:p>
            <a:fld id="{B09D1EE5-C488-4BB3-B888-63323A5AF2A9}" type="slidenum">
              <a:rPr lang="en-US" smtClean="0"/>
              <a:t>‹#›</a:t>
            </a:fld>
            <a:endParaRPr lang="en-US"/>
          </a:p>
        </p:txBody>
      </p:sp>
    </p:spTree>
    <p:extLst>
      <p:ext uri="{BB962C8B-B14F-4D97-AF65-F5344CB8AC3E}">
        <p14:creationId xmlns:p14="http://schemas.microsoft.com/office/powerpoint/2010/main" val="367317100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smtClean="0"/>
              <a:t>Click to edit Master title style</a:t>
            </a:r>
            <a:endParaRPr lang="id-ID"/>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
        <p:nvSpPr>
          <p:cNvPr id="4" name="Date Placeholder 3"/>
          <p:cNvSpPr>
            <a:spLocks noGrp="1"/>
          </p:cNvSpPr>
          <p:nvPr>
            <p:ph type="dt" sz="half" idx="10"/>
          </p:nvPr>
        </p:nvSpPr>
        <p:spPr/>
        <p:txBody>
          <a:bodyPr/>
          <a:lstStyle>
            <a:lvl1pPr>
              <a:defRPr/>
            </a:lvl1pPr>
          </a:lstStyle>
          <a:p>
            <a:fld id="{0722F891-876B-40AB-81E5-D09A21BABE99}" type="datetimeFigureOut">
              <a:rPr lang="en-US" smtClean="0"/>
              <a:t>15-Jul-20</a:t>
            </a:fld>
            <a:endParaRPr lang="en-US"/>
          </a:p>
        </p:txBody>
      </p:sp>
      <p:sp>
        <p:nvSpPr>
          <p:cNvPr id="5" name="Footer Placeholder 4"/>
          <p:cNvSpPr>
            <a:spLocks noGrp="1"/>
          </p:cNvSpPr>
          <p:nvPr>
            <p:ph type="ftr" sz="quarter" idx="11"/>
          </p:nvPr>
        </p:nvSpPr>
        <p:spPr/>
        <p:txBody>
          <a:bodyPr/>
          <a:lstStyle>
            <a:lvl1pPr>
              <a:defRPr/>
            </a:lvl1pPr>
          </a:lstStyle>
          <a:p>
            <a:endParaRPr lang="en-US"/>
          </a:p>
        </p:txBody>
      </p:sp>
      <p:sp>
        <p:nvSpPr>
          <p:cNvPr id="6" name="Slide Number Placeholder 5"/>
          <p:cNvSpPr>
            <a:spLocks noGrp="1"/>
          </p:cNvSpPr>
          <p:nvPr>
            <p:ph type="sldNum" sz="quarter" idx="12"/>
          </p:nvPr>
        </p:nvSpPr>
        <p:spPr/>
        <p:txBody>
          <a:bodyPr/>
          <a:lstStyle>
            <a:lvl1pPr>
              <a:defRPr/>
            </a:lvl1pPr>
          </a:lstStyle>
          <a:p>
            <a:fld id="{B09D1EE5-C488-4BB3-B888-63323A5AF2A9}" type="slidenum">
              <a:rPr lang="en-US" smtClean="0"/>
              <a:t>‹#›</a:t>
            </a:fld>
            <a:endParaRPr lang="en-US"/>
          </a:p>
        </p:txBody>
      </p:sp>
    </p:spTree>
    <p:extLst>
      <p:ext uri="{BB962C8B-B14F-4D97-AF65-F5344CB8AC3E}">
        <p14:creationId xmlns:p14="http://schemas.microsoft.com/office/powerpoint/2010/main" val="406904688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id-ID"/>
          </a:p>
        </p:txBody>
      </p:sp>
      <p:sp>
        <p:nvSpPr>
          <p:cNvPr id="3" name="Content Placeholder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id-ID"/>
          </a:p>
        </p:txBody>
      </p:sp>
      <p:sp>
        <p:nvSpPr>
          <p:cNvPr id="4" name="Content Placeholder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id-ID"/>
          </a:p>
        </p:txBody>
      </p:sp>
      <p:sp>
        <p:nvSpPr>
          <p:cNvPr id="5" name="Date Placeholder 4"/>
          <p:cNvSpPr>
            <a:spLocks noGrp="1"/>
          </p:cNvSpPr>
          <p:nvPr>
            <p:ph type="dt" sz="half" idx="10"/>
          </p:nvPr>
        </p:nvSpPr>
        <p:spPr/>
        <p:txBody>
          <a:bodyPr/>
          <a:lstStyle>
            <a:lvl1pPr>
              <a:defRPr/>
            </a:lvl1pPr>
          </a:lstStyle>
          <a:p>
            <a:fld id="{0722F891-876B-40AB-81E5-D09A21BABE99}" type="datetimeFigureOut">
              <a:rPr lang="en-US" smtClean="0"/>
              <a:t>15-Jul-20</a:t>
            </a:fld>
            <a:endParaRPr lang="en-US"/>
          </a:p>
        </p:txBody>
      </p:sp>
      <p:sp>
        <p:nvSpPr>
          <p:cNvPr id="6" name="Footer Placeholder 5"/>
          <p:cNvSpPr>
            <a:spLocks noGrp="1"/>
          </p:cNvSpPr>
          <p:nvPr>
            <p:ph type="ftr" sz="quarter" idx="11"/>
          </p:nvPr>
        </p:nvSpPr>
        <p:spPr/>
        <p:txBody>
          <a:bodyPr/>
          <a:lstStyle>
            <a:lvl1pPr>
              <a:defRPr/>
            </a:lvl1pPr>
          </a:lstStyle>
          <a:p>
            <a:endParaRPr lang="en-US"/>
          </a:p>
        </p:txBody>
      </p:sp>
      <p:sp>
        <p:nvSpPr>
          <p:cNvPr id="7" name="Slide Number Placeholder 6"/>
          <p:cNvSpPr>
            <a:spLocks noGrp="1"/>
          </p:cNvSpPr>
          <p:nvPr>
            <p:ph type="sldNum" sz="quarter" idx="12"/>
          </p:nvPr>
        </p:nvSpPr>
        <p:spPr/>
        <p:txBody>
          <a:bodyPr/>
          <a:lstStyle>
            <a:lvl1pPr>
              <a:defRPr/>
            </a:lvl1pPr>
          </a:lstStyle>
          <a:p>
            <a:fld id="{B09D1EE5-C488-4BB3-B888-63323A5AF2A9}" type="slidenum">
              <a:rPr lang="en-US" smtClean="0"/>
              <a:t>‹#›</a:t>
            </a:fld>
            <a:endParaRPr lang="en-US"/>
          </a:p>
        </p:txBody>
      </p:sp>
    </p:spTree>
    <p:extLst>
      <p:ext uri="{BB962C8B-B14F-4D97-AF65-F5344CB8AC3E}">
        <p14:creationId xmlns:p14="http://schemas.microsoft.com/office/powerpoint/2010/main" val="345279612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id-ID"/>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id-ID"/>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id-ID"/>
          </a:p>
        </p:txBody>
      </p:sp>
      <p:sp>
        <p:nvSpPr>
          <p:cNvPr id="7" name="Date Placeholder 6"/>
          <p:cNvSpPr>
            <a:spLocks noGrp="1"/>
          </p:cNvSpPr>
          <p:nvPr>
            <p:ph type="dt" sz="half" idx="10"/>
          </p:nvPr>
        </p:nvSpPr>
        <p:spPr/>
        <p:txBody>
          <a:bodyPr/>
          <a:lstStyle>
            <a:lvl1pPr>
              <a:defRPr/>
            </a:lvl1pPr>
          </a:lstStyle>
          <a:p>
            <a:fld id="{0722F891-876B-40AB-81E5-D09A21BABE99}" type="datetimeFigureOut">
              <a:rPr lang="en-US" smtClean="0"/>
              <a:t>15-Jul-20</a:t>
            </a:fld>
            <a:endParaRPr lang="en-US"/>
          </a:p>
        </p:txBody>
      </p:sp>
      <p:sp>
        <p:nvSpPr>
          <p:cNvPr id="8" name="Footer Placeholder 7"/>
          <p:cNvSpPr>
            <a:spLocks noGrp="1"/>
          </p:cNvSpPr>
          <p:nvPr>
            <p:ph type="ftr" sz="quarter" idx="11"/>
          </p:nvPr>
        </p:nvSpPr>
        <p:spPr/>
        <p:txBody>
          <a:bodyPr/>
          <a:lstStyle>
            <a:lvl1pPr>
              <a:defRPr/>
            </a:lvl1pPr>
          </a:lstStyle>
          <a:p>
            <a:endParaRPr lang="en-US"/>
          </a:p>
        </p:txBody>
      </p:sp>
      <p:sp>
        <p:nvSpPr>
          <p:cNvPr id="9" name="Slide Number Placeholder 8"/>
          <p:cNvSpPr>
            <a:spLocks noGrp="1"/>
          </p:cNvSpPr>
          <p:nvPr>
            <p:ph type="sldNum" sz="quarter" idx="12"/>
          </p:nvPr>
        </p:nvSpPr>
        <p:spPr/>
        <p:txBody>
          <a:bodyPr/>
          <a:lstStyle>
            <a:lvl1pPr>
              <a:defRPr/>
            </a:lvl1pPr>
          </a:lstStyle>
          <a:p>
            <a:fld id="{B09D1EE5-C488-4BB3-B888-63323A5AF2A9}" type="slidenum">
              <a:rPr lang="en-US" smtClean="0"/>
              <a:t>‹#›</a:t>
            </a:fld>
            <a:endParaRPr lang="en-US"/>
          </a:p>
        </p:txBody>
      </p:sp>
    </p:spTree>
    <p:extLst>
      <p:ext uri="{BB962C8B-B14F-4D97-AF65-F5344CB8AC3E}">
        <p14:creationId xmlns:p14="http://schemas.microsoft.com/office/powerpoint/2010/main" val="352626105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id-ID"/>
          </a:p>
        </p:txBody>
      </p:sp>
      <p:sp>
        <p:nvSpPr>
          <p:cNvPr id="3" name="Date Placeholder 2"/>
          <p:cNvSpPr>
            <a:spLocks noGrp="1"/>
          </p:cNvSpPr>
          <p:nvPr>
            <p:ph type="dt" sz="half" idx="10"/>
          </p:nvPr>
        </p:nvSpPr>
        <p:spPr/>
        <p:txBody>
          <a:bodyPr/>
          <a:lstStyle>
            <a:lvl1pPr>
              <a:defRPr/>
            </a:lvl1pPr>
          </a:lstStyle>
          <a:p>
            <a:fld id="{0722F891-876B-40AB-81E5-D09A21BABE99}" type="datetimeFigureOut">
              <a:rPr lang="en-US" smtClean="0"/>
              <a:t>15-Jul-20</a:t>
            </a:fld>
            <a:endParaRPr lang="en-US"/>
          </a:p>
        </p:txBody>
      </p:sp>
      <p:sp>
        <p:nvSpPr>
          <p:cNvPr id="4" name="Footer Placeholder 3"/>
          <p:cNvSpPr>
            <a:spLocks noGrp="1"/>
          </p:cNvSpPr>
          <p:nvPr>
            <p:ph type="ftr" sz="quarter" idx="11"/>
          </p:nvPr>
        </p:nvSpPr>
        <p:spPr/>
        <p:txBody>
          <a:bodyPr/>
          <a:lstStyle>
            <a:lvl1pPr>
              <a:defRPr/>
            </a:lvl1pPr>
          </a:lstStyle>
          <a:p>
            <a:endParaRPr lang="en-US"/>
          </a:p>
        </p:txBody>
      </p:sp>
      <p:sp>
        <p:nvSpPr>
          <p:cNvPr id="5" name="Slide Number Placeholder 4"/>
          <p:cNvSpPr>
            <a:spLocks noGrp="1"/>
          </p:cNvSpPr>
          <p:nvPr>
            <p:ph type="sldNum" sz="quarter" idx="12"/>
          </p:nvPr>
        </p:nvSpPr>
        <p:spPr/>
        <p:txBody>
          <a:bodyPr/>
          <a:lstStyle>
            <a:lvl1pPr>
              <a:defRPr/>
            </a:lvl1pPr>
          </a:lstStyle>
          <a:p>
            <a:fld id="{B09D1EE5-C488-4BB3-B888-63323A5AF2A9}" type="slidenum">
              <a:rPr lang="en-US" smtClean="0"/>
              <a:t>‹#›</a:t>
            </a:fld>
            <a:endParaRPr lang="en-US"/>
          </a:p>
        </p:txBody>
      </p:sp>
    </p:spTree>
    <p:extLst>
      <p:ext uri="{BB962C8B-B14F-4D97-AF65-F5344CB8AC3E}">
        <p14:creationId xmlns:p14="http://schemas.microsoft.com/office/powerpoint/2010/main" val="54287858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lvl1pPr>
          </a:lstStyle>
          <a:p>
            <a:fld id="{0722F891-876B-40AB-81E5-D09A21BABE99}" type="datetimeFigureOut">
              <a:rPr lang="en-US" smtClean="0"/>
              <a:t>15-Jul-20</a:t>
            </a:fld>
            <a:endParaRPr lang="en-US"/>
          </a:p>
        </p:txBody>
      </p:sp>
      <p:sp>
        <p:nvSpPr>
          <p:cNvPr id="3" name="Footer Placeholder 2"/>
          <p:cNvSpPr>
            <a:spLocks noGrp="1"/>
          </p:cNvSpPr>
          <p:nvPr>
            <p:ph type="ftr" sz="quarter" idx="11"/>
          </p:nvPr>
        </p:nvSpPr>
        <p:spPr/>
        <p:txBody>
          <a:bodyPr/>
          <a:lstStyle>
            <a:lvl1pPr>
              <a:defRPr/>
            </a:lvl1pPr>
          </a:lstStyle>
          <a:p>
            <a:endParaRPr lang="en-US"/>
          </a:p>
        </p:txBody>
      </p:sp>
      <p:sp>
        <p:nvSpPr>
          <p:cNvPr id="4" name="Slide Number Placeholder 3"/>
          <p:cNvSpPr>
            <a:spLocks noGrp="1"/>
          </p:cNvSpPr>
          <p:nvPr>
            <p:ph type="sldNum" sz="quarter" idx="12"/>
          </p:nvPr>
        </p:nvSpPr>
        <p:spPr/>
        <p:txBody>
          <a:bodyPr/>
          <a:lstStyle>
            <a:lvl1pPr>
              <a:defRPr/>
            </a:lvl1pPr>
          </a:lstStyle>
          <a:p>
            <a:fld id="{B09D1EE5-C488-4BB3-B888-63323A5AF2A9}" type="slidenum">
              <a:rPr lang="en-US" smtClean="0"/>
              <a:t>‹#›</a:t>
            </a:fld>
            <a:endParaRPr lang="en-US"/>
          </a:p>
        </p:txBody>
      </p:sp>
    </p:spTree>
    <p:extLst>
      <p:ext uri="{BB962C8B-B14F-4D97-AF65-F5344CB8AC3E}">
        <p14:creationId xmlns:p14="http://schemas.microsoft.com/office/powerpoint/2010/main" val="321736660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smtClean="0"/>
              <a:t>Click to edit Master title style</a:t>
            </a:r>
            <a:endParaRPr lang="id-ID"/>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id-ID"/>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lvl1pPr>
              <a:defRPr/>
            </a:lvl1pPr>
          </a:lstStyle>
          <a:p>
            <a:fld id="{0722F891-876B-40AB-81E5-D09A21BABE99}" type="datetimeFigureOut">
              <a:rPr lang="en-US" smtClean="0"/>
              <a:t>15-Jul-20</a:t>
            </a:fld>
            <a:endParaRPr lang="en-US"/>
          </a:p>
        </p:txBody>
      </p:sp>
      <p:sp>
        <p:nvSpPr>
          <p:cNvPr id="6" name="Footer Placeholder 5"/>
          <p:cNvSpPr>
            <a:spLocks noGrp="1"/>
          </p:cNvSpPr>
          <p:nvPr>
            <p:ph type="ftr" sz="quarter" idx="11"/>
          </p:nvPr>
        </p:nvSpPr>
        <p:spPr/>
        <p:txBody>
          <a:bodyPr/>
          <a:lstStyle>
            <a:lvl1pPr>
              <a:defRPr/>
            </a:lvl1pPr>
          </a:lstStyle>
          <a:p>
            <a:endParaRPr lang="en-US"/>
          </a:p>
        </p:txBody>
      </p:sp>
      <p:sp>
        <p:nvSpPr>
          <p:cNvPr id="7" name="Slide Number Placeholder 6"/>
          <p:cNvSpPr>
            <a:spLocks noGrp="1"/>
          </p:cNvSpPr>
          <p:nvPr>
            <p:ph type="sldNum" sz="quarter" idx="12"/>
          </p:nvPr>
        </p:nvSpPr>
        <p:spPr/>
        <p:txBody>
          <a:bodyPr/>
          <a:lstStyle>
            <a:lvl1pPr>
              <a:defRPr/>
            </a:lvl1pPr>
          </a:lstStyle>
          <a:p>
            <a:fld id="{B09D1EE5-C488-4BB3-B888-63323A5AF2A9}" type="slidenum">
              <a:rPr lang="en-US" smtClean="0"/>
              <a:t>‹#›</a:t>
            </a:fld>
            <a:endParaRPr lang="en-US"/>
          </a:p>
        </p:txBody>
      </p:sp>
    </p:spTree>
    <p:extLst>
      <p:ext uri="{BB962C8B-B14F-4D97-AF65-F5344CB8AC3E}">
        <p14:creationId xmlns:p14="http://schemas.microsoft.com/office/powerpoint/2010/main" val="279526776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smtClean="0"/>
              <a:t>Click to edit Master title style</a:t>
            </a:r>
            <a:endParaRPr lang="id-ID"/>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id-ID"/>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lvl1pPr>
              <a:defRPr/>
            </a:lvl1pPr>
          </a:lstStyle>
          <a:p>
            <a:fld id="{0722F891-876B-40AB-81E5-D09A21BABE99}" type="datetimeFigureOut">
              <a:rPr lang="en-US" smtClean="0"/>
              <a:t>15-Jul-20</a:t>
            </a:fld>
            <a:endParaRPr lang="en-US"/>
          </a:p>
        </p:txBody>
      </p:sp>
      <p:sp>
        <p:nvSpPr>
          <p:cNvPr id="6" name="Footer Placeholder 5"/>
          <p:cNvSpPr>
            <a:spLocks noGrp="1"/>
          </p:cNvSpPr>
          <p:nvPr>
            <p:ph type="ftr" sz="quarter" idx="11"/>
          </p:nvPr>
        </p:nvSpPr>
        <p:spPr/>
        <p:txBody>
          <a:bodyPr/>
          <a:lstStyle>
            <a:lvl1pPr>
              <a:defRPr/>
            </a:lvl1pPr>
          </a:lstStyle>
          <a:p>
            <a:endParaRPr lang="en-US"/>
          </a:p>
        </p:txBody>
      </p:sp>
      <p:sp>
        <p:nvSpPr>
          <p:cNvPr id="7" name="Slide Number Placeholder 6"/>
          <p:cNvSpPr>
            <a:spLocks noGrp="1"/>
          </p:cNvSpPr>
          <p:nvPr>
            <p:ph type="sldNum" sz="quarter" idx="12"/>
          </p:nvPr>
        </p:nvSpPr>
        <p:spPr/>
        <p:txBody>
          <a:bodyPr/>
          <a:lstStyle>
            <a:lvl1pPr>
              <a:defRPr/>
            </a:lvl1pPr>
          </a:lstStyle>
          <a:p>
            <a:fld id="{B09D1EE5-C488-4BB3-B888-63323A5AF2A9}" type="slidenum">
              <a:rPr lang="en-US" smtClean="0"/>
              <a:t>‹#›</a:t>
            </a:fld>
            <a:endParaRPr lang="en-US"/>
          </a:p>
        </p:txBody>
      </p:sp>
    </p:spTree>
    <p:extLst>
      <p:ext uri="{BB962C8B-B14F-4D97-AF65-F5344CB8AC3E}">
        <p14:creationId xmlns:p14="http://schemas.microsoft.com/office/powerpoint/2010/main" val="365716356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id-ID"/>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id-ID"/>
          </a:p>
        </p:txBody>
      </p:sp>
      <p:sp>
        <p:nvSpPr>
          <p:cNvPr id="4" name="Date Placeholder 3"/>
          <p:cNvSpPr>
            <a:spLocks noGrp="1"/>
          </p:cNvSpPr>
          <p:nvPr>
            <p:ph type="dt" sz="half" idx="10"/>
          </p:nvPr>
        </p:nvSpPr>
        <p:spPr/>
        <p:txBody>
          <a:bodyPr/>
          <a:lstStyle>
            <a:lvl1pPr>
              <a:defRPr/>
            </a:lvl1pPr>
          </a:lstStyle>
          <a:p>
            <a:fld id="{0722F891-876B-40AB-81E5-D09A21BABE99}" type="datetimeFigureOut">
              <a:rPr lang="en-US" smtClean="0"/>
              <a:t>15-Jul-20</a:t>
            </a:fld>
            <a:endParaRPr lang="en-US"/>
          </a:p>
        </p:txBody>
      </p:sp>
      <p:sp>
        <p:nvSpPr>
          <p:cNvPr id="5" name="Footer Placeholder 4"/>
          <p:cNvSpPr>
            <a:spLocks noGrp="1"/>
          </p:cNvSpPr>
          <p:nvPr>
            <p:ph type="ftr" sz="quarter" idx="11"/>
          </p:nvPr>
        </p:nvSpPr>
        <p:spPr/>
        <p:txBody>
          <a:bodyPr/>
          <a:lstStyle>
            <a:lvl1pPr>
              <a:defRPr/>
            </a:lvl1pPr>
          </a:lstStyle>
          <a:p>
            <a:endParaRPr lang="en-US"/>
          </a:p>
        </p:txBody>
      </p:sp>
      <p:sp>
        <p:nvSpPr>
          <p:cNvPr id="6" name="Slide Number Placeholder 5"/>
          <p:cNvSpPr>
            <a:spLocks noGrp="1"/>
          </p:cNvSpPr>
          <p:nvPr>
            <p:ph type="sldNum" sz="quarter" idx="12"/>
          </p:nvPr>
        </p:nvSpPr>
        <p:spPr/>
        <p:txBody>
          <a:bodyPr/>
          <a:lstStyle>
            <a:lvl1pPr>
              <a:defRPr/>
            </a:lvl1pPr>
          </a:lstStyle>
          <a:p>
            <a:fld id="{B09D1EE5-C488-4BB3-B888-63323A5AF2A9}" type="slidenum">
              <a:rPr lang="en-US" smtClean="0"/>
              <a:t>‹#›</a:t>
            </a:fld>
            <a:endParaRPr lang="en-US"/>
          </a:p>
        </p:txBody>
      </p:sp>
    </p:spTree>
    <p:extLst>
      <p:ext uri="{BB962C8B-B14F-4D97-AF65-F5344CB8AC3E}">
        <p14:creationId xmlns:p14="http://schemas.microsoft.com/office/powerpoint/2010/main" val="276494621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p:spPr>
        <p:txBody>
          <a:bodyPr vert="eaVert"/>
          <a:lstStyle/>
          <a:p>
            <a:r>
              <a:rPr lang="en-US" smtClean="0"/>
              <a:t>Click to edit Master title style</a:t>
            </a:r>
            <a:endParaRPr lang="id-ID"/>
          </a:p>
        </p:txBody>
      </p:sp>
      <p:sp>
        <p:nvSpPr>
          <p:cNvPr id="3" name="Vertical Text Placeholder 2"/>
          <p:cNvSpPr>
            <a:spLocks noGrp="1"/>
          </p:cNvSpPr>
          <p:nvPr>
            <p:ph type="body" orient="vert" idx="1"/>
          </p:nvPr>
        </p:nvSpPr>
        <p:spPr>
          <a:xfrm>
            <a:off x="609600" y="274639"/>
            <a:ext cx="80264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id-ID"/>
          </a:p>
        </p:txBody>
      </p:sp>
      <p:sp>
        <p:nvSpPr>
          <p:cNvPr id="4" name="Date Placeholder 3"/>
          <p:cNvSpPr>
            <a:spLocks noGrp="1"/>
          </p:cNvSpPr>
          <p:nvPr>
            <p:ph type="dt" sz="half" idx="10"/>
          </p:nvPr>
        </p:nvSpPr>
        <p:spPr/>
        <p:txBody>
          <a:bodyPr/>
          <a:lstStyle>
            <a:lvl1pPr>
              <a:defRPr/>
            </a:lvl1pPr>
          </a:lstStyle>
          <a:p>
            <a:fld id="{0722F891-876B-40AB-81E5-D09A21BABE99}" type="datetimeFigureOut">
              <a:rPr lang="en-US" smtClean="0"/>
              <a:t>15-Jul-20</a:t>
            </a:fld>
            <a:endParaRPr lang="en-US"/>
          </a:p>
        </p:txBody>
      </p:sp>
      <p:sp>
        <p:nvSpPr>
          <p:cNvPr id="5" name="Footer Placeholder 4"/>
          <p:cNvSpPr>
            <a:spLocks noGrp="1"/>
          </p:cNvSpPr>
          <p:nvPr>
            <p:ph type="ftr" sz="quarter" idx="11"/>
          </p:nvPr>
        </p:nvSpPr>
        <p:spPr/>
        <p:txBody>
          <a:bodyPr/>
          <a:lstStyle>
            <a:lvl1pPr>
              <a:defRPr/>
            </a:lvl1pPr>
          </a:lstStyle>
          <a:p>
            <a:endParaRPr lang="en-US"/>
          </a:p>
        </p:txBody>
      </p:sp>
      <p:sp>
        <p:nvSpPr>
          <p:cNvPr id="6" name="Slide Number Placeholder 5"/>
          <p:cNvSpPr>
            <a:spLocks noGrp="1"/>
          </p:cNvSpPr>
          <p:nvPr>
            <p:ph type="sldNum" sz="quarter" idx="12"/>
          </p:nvPr>
        </p:nvSpPr>
        <p:spPr/>
        <p:txBody>
          <a:bodyPr/>
          <a:lstStyle>
            <a:lvl1pPr>
              <a:defRPr/>
            </a:lvl1pPr>
          </a:lstStyle>
          <a:p>
            <a:fld id="{B09D1EE5-C488-4BB3-B888-63323A5AF2A9}" type="slidenum">
              <a:rPr lang="en-US" smtClean="0"/>
              <a:t>‹#›</a:t>
            </a:fld>
            <a:endParaRPr lang="en-US"/>
          </a:p>
        </p:txBody>
      </p:sp>
    </p:spTree>
    <p:extLst>
      <p:ext uri="{BB962C8B-B14F-4D97-AF65-F5344CB8AC3E}">
        <p14:creationId xmlns:p14="http://schemas.microsoft.com/office/powerpoint/2010/main" val="167981023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0">
          <a:blip r:embed="rId13"/>
          <a:srcRect/>
          <a:stretch>
            <a:fillRect/>
          </a:stretch>
        </a:blip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609600" y="274638"/>
            <a:ext cx="10972800" cy="1143000"/>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p>
            <a:pPr lvl="0"/>
            <a:r>
              <a:rPr lang="es-ES" smtClean="0"/>
              <a:t>Haga clic para cambiar el estilo de título	</a:t>
            </a:r>
          </a:p>
        </p:txBody>
      </p:sp>
      <p:sp>
        <p:nvSpPr>
          <p:cNvPr id="1027" name="Rectangle 3"/>
          <p:cNvSpPr>
            <a:spLocks noGrp="1" noChangeArrowheads="1"/>
          </p:cNvSpPr>
          <p:nvPr>
            <p:ph type="body" idx="1"/>
          </p:nvPr>
        </p:nvSpPr>
        <p:spPr bwMode="auto">
          <a:xfrm>
            <a:off x="609600" y="1600201"/>
            <a:ext cx="10972800" cy="4525963"/>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p>
        </p:txBody>
      </p:sp>
      <p:sp>
        <p:nvSpPr>
          <p:cNvPr id="1028" name="Rectangle 4"/>
          <p:cNvSpPr>
            <a:spLocks noGrp="1" noChangeArrowheads="1"/>
          </p:cNvSpPr>
          <p:nvPr>
            <p:ph type="dt" sz="half" idx="2"/>
          </p:nvPr>
        </p:nvSpPr>
        <p:spPr bwMode="auto">
          <a:xfrm>
            <a:off x="609600" y="6245225"/>
            <a:ext cx="28448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400"/>
            </a:lvl1pPr>
          </a:lstStyle>
          <a:p>
            <a:fld id="{0722F891-876B-40AB-81E5-D09A21BABE99}" type="datetimeFigureOut">
              <a:rPr lang="en-US" smtClean="0"/>
              <a:t>15-Jul-20</a:t>
            </a:fld>
            <a:endParaRPr lang="en-US"/>
          </a:p>
        </p:txBody>
      </p:sp>
      <p:sp>
        <p:nvSpPr>
          <p:cNvPr id="1029" name="Rectangle 5"/>
          <p:cNvSpPr>
            <a:spLocks noGrp="1" noChangeArrowheads="1"/>
          </p:cNvSpPr>
          <p:nvPr>
            <p:ph type="ftr" sz="quarter" idx="3"/>
          </p:nvPr>
        </p:nvSpPr>
        <p:spPr bwMode="auto">
          <a:xfrm>
            <a:off x="4165600" y="6245225"/>
            <a:ext cx="38608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defRPr sz="1400"/>
            </a:lvl1pPr>
          </a:lstStyle>
          <a:p>
            <a:endParaRPr lang="en-US"/>
          </a:p>
        </p:txBody>
      </p:sp>
      <p:sp>
        <p:nvSpPr>
          <p:cNvPr id="1030" name="Rectangle 6"/>
          <p:cNvSpPr>
            <a:spLocks noGrp="1" noChangeArrowheads="1"/>
          </p:cNvSpPr>
          <p:nvPr>
            <p:ph type="sldNum" sz="quarter" idx="4"/>
          </p:nvPr>
        </p:nvSpPr>
        <p:spPr bwMode="auto">
          <a:xfrm>
            <a:off x="8737600" y="6245225"/>
            <a:ext cx="28448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400"/>
            </a:lvl1pPr>
          </a:lstStyle>
          <a:p>
            <a:fld id="{B09D1EE5-C488-4BB3-B888-63323A5AF2A9}" type="slidenum">
              <a:rPr lang="en-US" smtClean="0"/>
              <a:t>‹#›</a:t>
            </a:fld>
            <a:endParaRPr lang="en-US"/>
          </a:p>
        </p:txBody>
      </p:sp>
    </p:spTree>
    <p:extLst>
      <p:ext uri="{BB962C8B-B14F-4D97-AF65-F5344CB8AC3E}">
        <p14:creationId xmlns:p14="http://schemas.microsoft.com/office/powerpoint/2010/main" val="1317967053"/>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ctr" rtl="0" eaLnBrk="1" fontAlgn="base" hangingPunct="1">
        <a:spcBef>
          <a:spcPct val="0"/>
        </a:spcBef>
        <a:spcAft>
          <a:spcPct val="0"/>
        </a:spcAft>
        <a:defRPr sz="4400">
          <a:solidFill>
            <a:schemeClr val="tx2"/>
          </a:solidFill>
          <a:latin typeface="+mj-lt"/>
          <a:ea typeface="+mj-ea"/>
          <a:cs typeface="+mj-cs"/>
        </a:defRPr>
      </a:lvl1pPr>
      <a:lvl2pPr algn="ctr" rtl="0" eaLnBrk="1" fontAlgn="base" hangingPunct="1">
        <a:spcBef>
          <a:spcPct val="0"/>
        </a:spcBef>
        <a:spcAft>
          <a:spcPct val="0"/>
        </a:spcAft>
        <a:defRPr sz="4400">
          <a:solidFill>
            <a:schemeClr val="tx2"/>
          </a:solidFill>
          <a:latin typeface="Arial" charset="0"/>
          <a:cs typeface="Arial" charset="0"/>
        </a:defRPr>
      </a:lvl2pPr>
      <a:lvl3pPr algn="ctr" rtl="0" eaLnBrk="1" fontAlgn="base" hangingPunct="1">
        <a:spcBef>
          <a:spcPct val="0"/>
        </a:spcBef>
        <a:spcAft>
          <a:spcPct val="0"/>
        </a:spcAft>
        <a:defRPr sz="4400">
          <a:solidFill>
            <a:schemeClr val="tx2"/>
          </a:solidFill>
          <a:latin typeface="Arial" charset="0"/>
          <a:cs typeface="Arial" charset="0"/>
        </a:defRPr>
      </a:lvl3pPr>
      <a:lvl4pPr algn="ctr" rtl="0" eaLnBrk="1" fontAlgn="base" hangingPunct="1">
        <a:spcBef>
          <a:spcPct val="0"/>
        </a:spcBef>
        <a:spcAft>
          <a:spcPct val="0"/>
        </a:spcAft>
        <a:defRPr sz="4400">
          <a:solidFill>
            <a:schemeClr val="tx2"/>
          </a:solidFill>
          <a:latin typeface="Arial" charset="0"/>
          <a:cs typeface="Arial" charset="0"/>
        </a:defRPr>
      </a:lvl4pPr>
      <a:lvl5pPr algn="ctr" rtl="0" eaLnBrk="1" fontAlgn="base" hangingPunct="1">
        <a:spcBef>
          <a:spcPct val="0"/>
        </a:spcBef>
        <a:spcAft>
          <a:spcPct val="0"/>
        </a:spcAft>
        <a:defRPr sz="4400">
          <a:solidFill>
            <a:schemeClr val="tx2"/>
          </a:solidFill>
          <a:latin typeface="Arial" charset="0"/>
          <a:cs typeface="Arial" charset="0"/>
        </a:defRPr>
      </a:lvl5pPr>
      <a:lvl6pPr marL="457200" algn="ctr" rtl="0" eaLnBrk="1" fontAlgn="base" hangingPunct="1">
        <a:spcBef>
          <a:spcPct val="0"/>
        </a:spcBef>
        <a:spcAft>
          <a:spcPct val="0"/>
        </a:spcAft>
        <a:defRPr sz="4400">
          <a:solidFill>
            <a:schemeClr val="tx2"/>
          </a:solidFill>
          <a:latin typeface="Arial" charset="0"/>
          <a:cs typeface="Arial" charset="0"/>
        </a:defRPr>
      </a:lvl6pPr>
      <a:lvl7pPr marL="914400" algn="ctr" rtl="0" eaLnBrk="1" fontAlgn="base" hangingPunct="1">
        <a:spcBef>
          <a:spcPct val="0"/>
        </a:spcBef>
        <a:spcAft>
          <a:spcPct val="0"/>
        </a:spcAft>
        <a:defRPr sz="4400">
          <a:solidFill>
            <a:schemeClr val="tx2"/>
          </a:solidFill>
          <a:latin typeface="Arial" charset="0"/>
          <a:cs typeface="Arial" charset="0"/>
        </a:defRPr>
      </a:lvl7pPr>
      <a:lvl8pPr marL="1371600" algn="ctr" rtl="0" eaLnBrk="1" fontAlgn="base" hangingPunct="1">
        <a:spcBef>
          <a:spcPct val="0"/>
        </a:spcBef>
        <a:spcAft>
          <a:spcPct val="0"/>
        </a:spcAft>
        <a:defRPr sz="4400">
          <a:solidFill>
            <a:schemeClr val="tx2"/>
          </a:solidFill>
          <a:latin typeface="Arial" charset="0"/>
          <a:cs typeface="Arial" charset="0"/>
        </a:defRPr>
      </a:lvl8pPr>
      <a:lvl9pPr marL="1828800" algn="ctr" rtl="0" eaLnBrk="1" fontAlgn="base" hangingPunct="1">
        <a:spcBef>
          <a:spcPct val="0"/>
        </a:spcBef>
        <a:spcAft>
          <a:spcPct val="0"/>
        </a:spcAft>
        <a:defRPr sz="4400">
          <a:solidFill>
            <a:schemeClr val="tx2"/>
          </a:solidFill>
          <a:latin typeface="Arial" charset="0"/>
          <a:cs typeface="Arial" charset="0"/>
        </a:defRPr>
      </a:lvl9pPr>
    </p:titleStyle>
    <p:bodyStyle>
      <a:lvl1pPr marL="342900" indent="-342900" algn="l" rtl="0" eaLnBrk="1" fontAlgn="base" hangingPunct="1">
        <a:spcBef>
          <a:spcPct val="20000"/>
        </a:spcBef>
        <a:spcAft>
          <a:spcPct val="0"/>
        </a:spcAft>
        <a:buChar char="•"/>
        <a:defRPr sz="3200">
          <a:solidFill>
            <a:schemeClr val="tx1"/>
          </a:solidFill>
          <a:latin typeface="+mn-lt"/>
          <a:ea typeface="+mn-ea"/>
          <a:cs typeface="+mn-cs"/>
        </a:defRPr>
      </a:lvl1pPr>
      <a:lvl2pPr marL="742950" indent="-285750" algn="l" rtl="0" eaLnBrk="1" fontAlgn="base" hangingPunct="1">
        <a:spcBef>
          <a:spcPct val="20000"/>
        </a:spcBef>
        <a:spcAft>
          <a:spcPct val="0"/>
        </a:spcAft>
        <a:buChar char="–"/>
        <a:defRPr sz="2800">
          <a:solidFill>
            <a:schemeClr val="tx1"/>
          </a:solidFill>
          <a:latin typeface="+mn-lt"/>
          <a:cs typeface="+mn-cs"/>
        </a:defRPr>
      </a:lvl2pPr>
      <a:lvl3pPr marL="1143000" indent="-228600" algn="l" rtl="0" eaLnBrk="1" fontAlgn="base" hangingPunct="1">
        <a:spcBef>
          <a:spcPct val="20000"/>
        </a:spcBef>
        <a:spcAft>
          <a:spcPct val="0"/>
        </a:spcAft>
        <a:buChar char="•"/>
        <a:defRPr sz="2400">
          <a:solidFill>
            <a:schemeClr val="tx1"/>
          </a:solidFill>
          <a:latin typeface="+mn-lt"/>
          <a:cs typeface="+mn-cs"/>
        </a:defRPr>
      </a:lvl3pPr>
      <a:lvl4pPr marL="1600200" indent="-228600" algn="l" rtl="0" eaLnBrk="1" fontAlgn="base" hangingPunct="1">
        <a:spcBef>
          <a:spcPct val="20000"/>
        </a:spcBef>
        <a:spcAft>
          <a:spcPct val="0"/>
        </a:spcAft>
        <a:buChar char="–"/>
        <a:defRPr sz="2000">
          <a:solidFill>
            <a:schemeClr val="tx1"/>
          </a:solidFill>
          <a:latin typeface="+mn-lt"/>
          <a:cs typeface="+mn-cs"/>
        </a:defRPr>
      </a:lvl4pPr>
      <a:lvl5pPr marL="2057400" indent="-228600" algn="l" rtl="0" eaLnBrk="1" fontAlgn="base" hangingPunct="1">
        <a:spcBef>
          <a:spcPct val="20000"/>
        </a:spcBef>
        <a:spcAft>
          <a:spcPct val="0"/>
        </a:spcAft>
        <a:buChar char="»"/>
        <a:defRPr sz="2000">
          <a:solidFill>
            <a:schemeClr val="tx1"/>
          </a:solidFill>
          <a:latin typeface="+mn-lt"/>
          <a:cs typeface="+mn-cs"/>
        </a:defRPr>
      </a:lvl5pPr>
      <a:lvl6pPr marL="2514600" indent="-228600" algn="l" rtl="0" eaLnBrk="1" fontAlgn="base" hangingPunct="1">
        <a:spcBef>
          <a:spcPct val="20000"/>
        </a:spcBef>
        <a:spcAft>
          <a:spcPct val="0"/>
        </a:spcAft>
        <a:buChar char="»"/>
        <a:defRPr sz="2000">
          <a:solidFill>
            <a:schemeClr val="tx1"/>
          </a:solidFill>
          <a:latin typeface="+mn-lt"/>
          <a:cs typeface="+mn-cs"/>
        </a:defRPr>
      </a:lvl6pPr>
      <a:lvl7pPr marL="2971800" indent="-228600" algn="l" rtl="0" eaLnBrk="1" fontAlgn="base" hangingPunct="1">
        <a:spcBef>
          <a:spcPct val="20000"/>
        </a:spcBef>
        <a:spcAft>
          <a:spcPct val="0"/>
        </a:spcAft>
        <a:buChar char="»"/>
        <a:defRPr sz="2000">
          <a:solidFill>
            <a:schemeClr val="tx1"/>
          </a:solidFill>
          <a:latin typeface="+mn-lt"/>
          <a:cs typeface="+mn-cs"/>
        </a:defRPr>
      </a:lvl7pPr>
      <a:lvl8pPr marL="3429000" indent="-228600" algn="l" rtl="0" eaLnBrk="1" fontAlgn="base" hangingPunct="1">
        <a:spcBef>
          <a:spcPct val="20000"/>
        </a:spcBef>
        <a:spcAft>
          <a:spcPct val="0"/>
        </a:spcAft>
        <a:buChar char="»"/>
        <a:defRPr sz="2000">
          <a:solidFill>
            <a:schemeClr val="tx1"/>
          </a:solidFill>
          <a:latin typeface="+mn-lt"/>
          <a:cs typeface="+mn-cs"/>
        </a:defRPr>
      </a:lvl8pPr>
      <a:lvl9pPr marL="3886200" indent="-228600" algn="l" rtl="0" eaLnBrk="1" fontAlgn="base" hangingPunct="1">
        <a:spcBef>
          <a:spcPct val="20000"/>
        </a:spcBef>
        <a:spcAft>
          <a:spcPct val="0"/>
        </a:spcAft>
        <a:buChar char="»"/>
        <a:defRPr sz="2000">
          <a:solidFill>
            <a:schemeClr val="tx1"/>
          </a:solidFill>
          <a:latin typeface="+mn-lt"/>
          <a:cs typeface="+mn-cs"/>
        </a:defRPr>
      </a:lvl9pPr>
    </p:bodyStyle>
    <p:other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hyperlink" Target="https://www.kaggle.com/jessemostipak/hotel-booking-demand" TargetMode="External"/><Relationship Id="rId2" Type="http://schemas.openxmlformats.org/officeDocument/2006/relationships/notesSlide" Target="../notesSlides/notesSlide1.xml"/><Relationship Id="rId1" Type="http://schemas.openxmlformats.org/officeDocument/2006/relationships/slideLayout" Target="../slideLayouts/slideLayout2.xml"/><Relationship Id="rId5" Type="http://schemas.openxmlformats.org/officeDocument/2006/relationships/image" Target="../media/image2.png"/><Relationship Id="rId4" Type="http://schemas.openxmlformats.org/officeDocument/2006/relationships/hyperlink" Target="https://www.sciencedirect.com/science/article/pii/S2352340918315191"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Hotel Bookings</a:t>
            </a:r>
            <a:endParaRPr lang="en-US" dirty="0"/>
          </a:p>
        </p:txBody>
      </p:sp>
      <p:sp>
        <p:nvSpPr>
          <p:cNvPr id="3" name="Subtitle 2"/>
          <p:cNvSpPr>
            <a:spLocks noGrp="1"/>
          </p:cNvSpPr>
          <p:nvPr>
            <p:ph type="subTitle" idx="1"/>
          </p:nvPr>
        </p:nvSpPr>
        <p:spPr/>
        <p:txBody>
          <a:bodyPr/>
          <a:lstStyle/>
          <a:p>
            <a:r>
              <a:rPr lang="en-US" dirty="0" smtClean="0"/>
              <a:t>Widoseno N. S. Atri</a:t>
            </a:r>
            <a:endParaRPr lang="en-US" dirty="0"/>
          </a:p>
        </p:txBody>
      </p:sp>
    </p:spTree>
    <p:extLst>
      <p:ext uri="{BB962C8B-B14F-4D97-AF65-F5344CB8AC3E}">
        <p14:creationId xmlns:p14="http://schemas.microsoft.com/office/powerpoint/2010/main" val="2991169670"/>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Outline</a:t>
            </a:r>
            <a:endParaRPr lang="en-US" dirty="0"/>
          </a:p>
        </p:txBody>
      </p:sp>
      <p:sp>
        <p:nvSpPr>
          <p:cNvPr id="3" name="Content Placeholder 2"/>
          <p:cNvSpPr>
            <a:spLocks noGrp="1"/>
          </p:cNvSpPr>
          <p:nvPr>
            <p:ph idx="1"/>
          </p:nvPr>
        </p:nvSpPr>
        <p:spPr/>
        <p:txBody>
          <a:bodyPr/>
          <a:lstStyle/>
          <a:p>
            <a:r>
              <a:rPr lang="en-US" dirty="0" smtClean="0"/>
              <a:t>Objective</a:t>
            </a:r>
          </a:p>
          <a:p>
            <a:r>
              <a:rPr lang="en-US" dirty="0" err="1" smtClean="0"/>
              <a:t>hotel_bookings</a:t>
            </a:r>
            <a:r>
              <a:rPr lang="en-US" dirty="0" smtClean="0"/>
              <a:t> data</a:t>
            </a:r>
          </a:p>
          <a:p>
            <a:r>
              <a:rPr lang="en-US" dirty="0" smtClean="0"/>
              <a:t>Data Explanation</a:t>
            </a:r>
          </a:p>
          <a:p>
            <a:r>
              <a:rPr lang="en-US" dirty="0" smtClean="0"/>
              <a:t>Data Exploration</a:t>
            </a:r>
          </a:p>
          <a:p>
            <a:r>
              <a:rPr lang="en-US" dirty="0" smtClean="0"/>
              <a:t>Modelling</a:t>
            </a:r>
            <a:endParaRPr lang="en-US" dirty="0"/>
          </a:p>
        </p:txBody>
      </p:sp>
    </p:spTree>
    <p:extLst>
      <p:ext uri="{BB962C8B-B14F-4D97-AF65-F5344CB8AC3E}">
        <p14:creationId xmlns:p14="http://schemas.microsoft.com/office/powerpoint/2010/main" val="1769603853"/>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Objective</a:t>
            </a:r>
            <a:endParaRPr lang="en-US" dirty="0"/>
          </a:p>
        </p:txBody>
      </p:sp>
      <p:sp>
        <p:nvSpPr>
          <p:cNvPr id="3" name="Content Placeholder 2"/>
          <p:cNvSpPr>
            <a:spLocks noGrp="1"/>
          </p:cNvSpPr>
          <p:nvPr>
            <p:ph idx="1"/>
          </p:nvPr>
        </p:nvSpPr>
        <p:spPr/>
        <p:txBody>
          <a:bodyPr/>
          <a:lstStyle/>
          <a:p>
            <a:r>
              <a:rPr lang="en-US" dirty="0" smtClean="0"/>
              <a:t>This project aims to distinguish whether a hotel booking is likely to be canceled or not</a:t>
            </a:r>
          </a:p>
          <a:p>
            <a:r>
              <a:rPr lang="en-US" dirty="0" smtClean="0"/>
              <a:t>Certain steps can be carried out by the hotel towards the guest that is likely to cancel</a:t>
            </a:r>
          </a:p>
          <a:p>
            <a:endParaRPr lang="en-US" dirty="0"/>
          </a:p>
        </p:txBody>
      </p:sp>
    </p:spTree>
    <p:extLst>
      <p:ext uri="{BB962C8B-B14F-4D97-AF65-F5344CB8AC3E}">
        <p14:creationId xmlns:p14="http://schemas.microsoft.com/office/powerpoint/2010/main" val="6546970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hotel_bookings</a:t>
            </a:r>
            <a:r>
              <a:rPr lang="en-US" dirty="0" smtClean="0"/>
              <a:t> data</a:t>
            </a:r>
            <a:endParaRPr lang="en-US" dirty="0"/>
          </a:p>
        </p:txBody>
      </p:sp>
      <p:sp>
        <p:nvSpPr>
          <p:cNvPr id="3" name="Content Placeholder 2"/>
          <p:cNvSpPr>
            <a:spLocks noGrp="1"/>
          </p:cNvSpPr>
          <p:nvPr>
            <p:ph idx="1"/>
          </p:nvPr>
        </p:nvSpPr>
        <p:spPr/>
        <p:txBody>
          <a:bodyPr/>
          <a:lstStyle/>
          <a:p>
            <a:r>
              <a:rPr lang="en-US" dirty="0"/>
              <a:t>Bookings of Hotels in Portugal</a:t>
            </a:r>
          </a:p>
          <a:p>
            <a:r>
              <a:rPr lang="en-US" dirty="0"/>
              <a:t>From July 2015 – August 2017</a:t>
            </a:r>
          </a:p>
          <a:p>
            <a:r>
              <a:rPr lang="en-US" dirty="0" smtClean="0"/>
              <a:t>119390 rows</a:t>
            </a:r>
          </a:p>
          <a:p>
            <a:r>
              <a:rPr lang="en-US" dirty="0" smtClean="0"/>
              <a:t>32 Columns/Features</a:t>
            </a:r>
          </a:p>
          <a:p>
            <a:r>
              <a:rPr lang="en-US" dirty="0" smtClean="0"/>
              <a:t>Source:</a:t>
            </a:r>
          </a:p>
          <a:p>
            <a:pPr lvl="1"/>
            <a:r>
              <a:rPr lang="en-US" u="sng" dirty="0">
                <a:hlinkClick r:id="rId3"/>
              </a:rPr>
              <a:t>https://www.kaggle.com/jessemostipak/hotel-booking-demand</a:t>
            </a:r>
            <a:endParaRPr lang="en-US" dirty="0"/>
          </a:p>
          <a:p>
            <a:pPr lvl="1"/>
            <a:r>
              <a:rPr lang="en-US" u="sng" dirty="0">
                <a:hlinkClick r:id="rId4"/>
              </a:rPr>
              <a:t>https://www.sciencedirect.com/science/article/pii/S2352340918315191</a:t>
            </a:r>
            <a:endParaRPr lang="en-US" dirty="0"/>
          </a:p>
          <a:p>
            <a:pPr lvl="1"/>
            <a:endParaRPr lang="en-US" dirty="0" smtClean="0"/>
          </a:p>
          <a:p>
            <a:endParaRPr lang="en-US" dirty="0"/>
          </a:p>
        </p:txBody>
      </p:sp>
      <p:pic>
        <p:nvPicPr>
          <p:cNvPr id="5" name="Content Placeholder 8"/>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149090" y="1285710"/>
            <a:ext cx="4433310" cy="3137615"/>
          </a:xfrm>
          <a:prstGeom prst="rect">
            <a:avLst/>
          </a:prstGeom>
        </p:spPr>
      </p:pic>
    </p:spTree>
    <p:extLst>
      <p:ext uri="{BB962C8B-B14F-4D97-AF65-F5344CB8AC3E}">
        <p14:creationId xmlns:p14="http://schemas.microsoft.com/office/powerpoint/2010/main" val="918679881"/>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Data Explanation</a:t>
            </a:r>
            <a:endParaRPr lang="en-US" dirty="0"/>
          </a:p>
        </p:txBody>
      </p:sp>
      <p:sp>
        <p:nvSpPr>
          <p:cNvPr id="6" name="Content Placeholder 2"/>
          <p:cNvSpPr>
            <a:spLocks noGrp="1"/>
          </p:cNvSpPr>
          <p:nvPr>
            <p:ph idx="1"/>
          </p:nvPr>
        </p:nvSpPr>
        <p:spPr/>
        <p:txBody>
          <a:bodyPr>
            <a:normAutofit lnSpcReduction="10000"/>
          </a:bodyPr>
          <a:lstStyle/>
          <a:p>
            <a:pPr lvl="0" eaLnBrk="0" fontAlgn="base" hangingPunct="0">
              <a:spcBef>
                <a:spcPct val="0"/>
              </a:spcBef>
              <a:spcAft>
                <a:spcPct val="0"/>
              </a:spcAft>
            </a:pPr>
            <a:r>
              <a:rPr lang="en-US" sz="1600" b="1" dirty="0">
                <a:solidFill>
                  <a:srgbClr val="000000"/>
                </a:solidFill>
              </a:rPr>
              <a:t>hotel</a:t>
            </a:r>
            <a:r>
              <a:rPr lang="en-US" sz="1600" dirty="0">
                <a:solidFill>
                  <a:srgbClr val="000000"/>
                </a:solidFill>
                <a:cs typeface="Courier New" panose="02070309020205020404" pitchFamily="49" charset="0"/>
              </a:rPr>
              <a:t> </a:t>
            </a:r>
            <a:r>
              <a:rPr lang="en-US" sz="1600" dirty="0" err="1">
                <a:solidFill>
                  <a:srgbClr val="000000"/>
                </a:solidFill>
                <a:cs typeface="Courier New" panose="02070309020205020404" pitchFamily="49" charset="0"/>
              </a:rPr>
              <a:t>Hotel</a:t>
            </a:r>
            <a:r>
              <a:rPr lang="en-US" sz="1600" dirty="0">
                <a:solidFill>
                  <a:srgbClr val="000000"/>
                </a:solidFill>
                <a:cs typeface="Courier New" panose="02070309020205020404" pitchFamily="49" charset="0"/>
              </a:rPr>
              <a:t> (H1 = Resort Hotel or H2 = City Hotel)</a:t>
            </a:r>
            <a:endParaRPr lang="en-US" sz="1600" dirty="0">
              <a:solidFill>
                <a:srgbClr val="000000"/>
              </a:solidFill>
            </a:endParaRPr>
          </a:p>
          <a:p>
            <a:pPr lvl="0" eaLnBrk="0" fontAlgn="base" hangingPunct="0">
              <a:spcBef>
                <a:spcPct val="0"/>
              </a:spcBef>
              <a:spcAft>
                <a:spcPct val="0"/>
              </a:spcAft>
            </a:pPr>
            <a:r>
              <a:rPr lang="en-US" sz="1600" b="1" dirty="0" err="1" smtClean="0">
                <a:solidFill>
                  <a:srgbClr val="000000"/>
                </a:solidFill>
              </a:rPr>
              <a:t>is_canceled</a:t>
            </a:r>
            <a:r>
              <a:rPr lang="en-US" sz="1600" dirty="0" smtClean="0">
                <a:solidFill>
                  <a:srgbClr val="000000"/>
                </a:solidFill>
                <a:cs typeface="Courier New" panose="02070309020205020404" pitchFamily="49" charset="0"/>
              </a:rPr>
              <a:t> Value </a:t>
            </a:r>
            <a:r>
              <a:rPr lang="en-US" sz="1600" dirty="0">
                <a:solidFill>
                  <a:srgbClr val="000000"/>
                </a:solidFill>
                <a:cs typeface="Courier New" panose="02070309020205020404" pitchFamily="49" charset="0"/>
              </a:rPr>
              <a:t>indicating if the booking was canceled (1) or not (0)</a:t>
            </a:r>
            <a:endParaRPr lang="en-US" sz="1600" dirty="0">
              <a:solidFill>
                <a:srgbClr val="000000"/>
              </a:solidFill>
            </a:endParaRPr>
          </a:p>
          <a:p>
            <a:pPr lvl="0" eaLnBrk="0" fontAlgn="base" hangingPunct="0">
              <a:spcBef>
                <a:spcPct val="0"/>
              </a:spcBef>
              <a:spcAft>
                <a:spcPct val="0"/>
              </a:spcAft>
            </a:pPr>
            <a:r>
              <a:rPr lang="en-US" sz="1600" b="1" dirty="0" err="1" smtClean="0">
                <a:solidFill>
                  <a:srgbClr val="000000"/>
                </a:solidFill>
              </a:rPr>
              <a:t>lead_time</a:t>
            </a:r>
            <a:r>
              <a:rPr lang="en-US" sz="1600" dirty="0" smtClean="0">
                <a:solidFill>
                  <a:srgbClr val="000000"/>
                </a:solidFill>
                <a:cs typeface="Courier New" panose="02070309020205020404" pitchFamily="49" charset="0"/>
              </a:rPr>
              <a:t> </a:t>
            </a:r>
            <a:r>
              <a:rPr lang="en-US" sz="1600" dirty="0">
                <a:solidFill>
                  <a:srgbClr val="000000"/>
                </a:solidFill>
                <a:cs typeface="Courier New" panose="02070309020205020404" pitchFamily="49" charset="0"/>
              </a:rPr>
              <a:t>Number of days that elapsed between the entering date of the booking into the PMS and the arrival date</a:t>
            </a:r>
            <a:endParaRPr lang="en-US" sz="1600" dirty="0">
              <a:solidFill>
                <a:srgbClr val="000000"/>
              </a:solidFill>
            </a:endParaRPr>
          </a:p>
          <a:p>
            <a:pPr lvl="0" eaLnBrk="0" fontAlgn="base" hangingPunct="0">
              <a:spcBef>
                <a:spcPct val="0"/>
              </a:spcBef>
              <a:spcAft>
                <a:spcPct val="0"/>
              </a:spcAft>
            </a:pPr>
            <a:r>
              <a:rPr lang="en-US" sz="1600" b="1" dirty="0" err="1">
                <a:solidFill>
                  <a:srgbClr val="000000"/>
                </a:solidFill>
              </a:rPr>
              <a:t>arrival_date_year</a:t>
            </a:r>
            <a:r>
              <a:rPr lang="en-US" sz="1600" dirty="0">
                <a:solidFill>
                  <a:srgbClr val="000000"/>
                </a:solidFill>
                <a:cs typeface="Courier New" panose="02070309020205020404" pitchFamily="49" charset="0"/>
              </a:rPr>
              <a:t> Year of arrival date</a:t>
            </a:r>
            <a:endParaRPr lang="en-US" sz="1600" dirty="0">
              <a:solidFill>
                <a:srgbClr val="000000"/>
              </a:solidFill>
            </a:endParaRPr>
          </a:p>
          <a:p>
            <a:pPr lvl="0" eaLnBrk="0" fontAlgn="base" hangingPunct="0">
              <a:spcBef>
                <a:spcPct val="0"/>
              </a:spcBef>
              <a:spcAft>
                <a:spcPct val="0"/>
              </a:spcAft>
            </a:pPr>
            <a:r>
              <a:rPr lang="en-US" sz="1600" b="1" dirty="0" err="1">
                <a:solidFill>
                  <a:srgbClr val="000000"/>
                </a:solidFill>
              </a:rPr>
              <a:t>arrival_date_month</a:t>
            </a:r>
            <a:r>
              <a:rPr lang="en-US" sz="1600" dirty="0">
                <a:solidFill>
                  <a:srgbClr val="000000"/>
                </a:solidFill>
                <a:cs typeface="Courier New" panose="02070309020205020404" pitchFamily="49" charset="0"/>
              </a:rPr>
              <a:t> Month of arrival date</a:t>
            </a:r>
            <a:endParaRPr lang="en-US" sz="1600" dirty="0">
              <a:solidFill>
                <a:srgbClr val="000000"/>
              </a:solidFill>
            </a:endParaRPr>
          </a:p>
          <a:p>
            <a:pPr lvl="0" eaLnBrk="0" fontAlgn="base" hangingPunct="0">
              <a:spcBef>
                <a:spcPct val="0"/>
              </a:spcBef>
              <a:spcAft>
                <a:spcPct val="0"/>
              </a:spcAft>
            </a:pPr>
            <a:r>
              <a:rPr lang="en-US" sz="1600" b="1" dirty="0" err="1">
                <a:solidFill>
                  <a:srgbClr val="000000"/>
                </a:solidFill>
              </a:rPr>
              <a:t>arrival_date_week_number</a:t>
            </a:r>
            <a:r>
              <a:rPr lang="en-US" sz="1600" dirty="0">
                <a:solidFill>
                  <a:srgbClr val="000000"/>
                </a:solidFill>
                <a:cs typeface="Courier New" panose="02070309020205020404" pitchFamily="49" charset="0"/>
              </a:rPr>
              <a:t> Week number of year for arrival date</a:t>
            </a:r>
            <a:endParaRPr lang="en-US" sz="1600" dirty="0">
              <a:solidFill>
                <a:srgbClr val="000000"/>
              </a:solidFill>
            </a:endParaRPr>
          </a:p>
          <a:p>
            <a:pPr lvl="0" eaLnBrk="0" fontAlgn="base" hangingPunct="0">
              <a:spcBef>
                <a:spcPct val="0"/>
              </a:spcBef>
              <a:spcAft>
                <a:spcPct val="0"/>
              </a:spcAft>
            </a:pPr>
            <a:r>
              <a:rPr lang="en-US" sz="1600" b="1" dirty="0" err="1">
                <a:solidFill>
                  <a:srgbClr val="000000"/>
                </a:solidFill>
              </a:rPr>
              <a:t>arrival_date_day_of_month</a:t>
            </a:r>
            <a:r>
              <a:rPr lang="en-US" sz="1600" dirty="0">
                <a:solidFill>
                  <a:srgbClr val="000000"/>
                </a:solidFill>
                <a:cs typeface="Courier New" panose="02070309020205020404" pitchFamily="49" charset="0"/>
              </a:rPr>
              <a:t> Day of arrival date</a:t>
            </a:r>
            <a:endParaRPr lang="en-US" sz="1600" dirty="0">
              <a:solidFill>
                <a:srgbClr val="000000"/>
              </a:solidFill>
            </a:endParaRPr>
          </a:p>
          <a:p>
            <a:pPr lvl="0" eaLnBrk="0" fontAlgn="base" hangingPunct="0">
              <a:spcBef>
                <a:spcPct val="0"/>
              </a:spcBef>
              <a:spcAft>
                <a:spcPct val="0"/>
              </a:spcAft>
            </a:pPr>
            <a:r>
              <a:rPr lang="en-US" sz="1600" b="1" dirty="0" err="1">
                <a:solidFill>
                  <a:srgbClr val="000000"/>
                </a:solidFill>
              </a:rPr>
              <a:t>stays_in_weekend_nights</a:t>
            </a:r>
            <a:r>
              <a:rPr lang="en-US" sz="1600" dirty="0">
                <a:solidFill>
                  <a:srgbClr val="000000"/>
                </a:solidFill>
                <a:cs typeface="Courier New" panose="02070309020205020404" pitchFamily="49" charset="0"/>
              </a:rPr>
              <a:t> Number of weekend nights (Saturday or Sunday) the guest stayed or booked to stay at the hotel</a:t>
            </a:r>
            <a:endParaRPr lang="en-US" sz="1600" dirty="0">
              <a:solidFill>
                <a:srgbClr val="000000"/>
              </a:solidFill>
            </a:endParaRPr>
          </a:p>
          <a:p>
            <a:pPr lvl="0" eaLnBrk="0" fontAlgn="base" hangingPunct="0">
              <a:spcBef>
                <a:spcPct val="0"/>
              </a:spcBef>
              <a:spcAft>
                <a:spcPct val="0"/>
              </a:spcAft>
            </a:pPr>
            <a:r>
              <a:rPr lang="en-US" sz="1600" b="1" dirty="0" err="1">
                <a:solidFill>
                  <a:srgbClr val="000000"/>
                </a:solidFill>
              </a:rPr>
              <a:t>stays_in_week_nights</a:t>
            </a:r>
            <a:r>
              <a:rPr lang="en-US" sz="1600" dirty="0">
                <a:solidFill>
                  <a:srgbClr val="000000"/>
                </a:solidFill>
                <a:cs typeface="Courier New" panose="02070309020205020404" pitchFamily="49" charset="0"/>
              </a:rPr>
              <a:t> Number of week nights (Monday to Friday) the guest stayed or booked to stay at the hotel</a:t>
            </a:r>
            <a:endParaRPr lang="en-US" sz="1600" dirty="0">
              <a:solidFill>
                <a:srgbClr val="000000"/>
              </a:solidFill>
            </a:endParaRPr>
          </a:p>
          <a:p>
            <a:pPr lvl="0" eaLnBrk="0" fontAlgn="base" hangingPunct="0">
              <a:spcBef>
                <a:spcPct val="0"/>
              </a:spcBef>
              <a:spcAft>
                <a:spcPct val="0"/>
              </a:spcAft>
            </a:pPr>
            <a:r>
              <a:rPr lang="en-US" sz="1600" b="1" dirty="0">
                <a:solidFill>
                  <a:srgbClr val="000000"/>
                </a:solidFill>
              </a:rPr>
              <a:t>adults</a:t>
            </a:r>
            <a:r>
              <a:rPr lang="en-US" sz="1600" dirty="0">
                <a:solidFill>
                  <a:srgbClr val="000000"/>
                </a:solidFill>
                <a:cs typeface="Courier New" panose="02070309020205020404" pitchFamily="49" charset="0"/>
              </a:rPr>
              <a:t> Number of adults</a:t>
            </a:r>
            <a:endParaRPr lang="en-US" sz="1600" dirty="0">
              <a:solidFill>
                <a:srgbClr val="000000"/>
              </a:solidFill>
            </a:endParaRPr>
          </a:p>
          <a:p>
            <a:pPr lvl="0" eaLnBrk="0" fontAlgn="base" hangingPunct="0">
              <a:spcBef>
                <a:spcPct val="0"/>
              </a:spcBef>
              <a:spcAft>
                <a:spcPct val="0"/>
              </a:spcAft>
            </a:pPr>
            <a:r>
              <a:rPr lang="en-US" sz="1600" b="1" dirty="0">
                <a:solidFill>
                  <a:srgbClr val="000000"/>
                </a:solidFill>
              </a:rPr>
              <a:t>children</a:t>
            </a:r>
            <a:r>
              <a:rPr lang="en-US" sz="1600" dirty="0">
                <a:solidFill>
                  <a:srgbClr val="000000"/>
                </a:solidFill>
                <a:cs typeface="Courier New" panose="02070309020205020404" pitchFamily="49" charset="0"/>
              </a:rPr>
              <a:t> Number of </a:t>
            </a:r>
            <a:r>
              <a:rPr lang="en-US" sz="1600" dirty="0" smtClean="0">
                <a:solidFill>
                  <a:srgbClr val="000000"/>
                </a:solidFill>
                <a:cs typeface="Courier New" panose="02070309020205020404" pitchFamily="49" charset="0"/>
              </a:rPr>
              <a:t>children</a:t>
            </a:r>
            <a:endParaRPr lang="en-US" sz="1600" dirty="0" smtClean="0">
              <a:solidFill>
                <a:srgbClr val="000000"/>
              </a:solidFill>
            </a:endParaRPr>
          </a:p>
          <a:p>
            <a:pPr lvl="0" eaLnBrk="0" fontAlgn="base" hangingPunct="0">
              <a:spcBef>
                <a:spcPct val="0"/>
              </a:spcBef>
              <a:spcAft>
                <a:spcPct val="0"/>
              </a:spcAft>
            </a:pPr>
            <a:r>
              <a:rPr lang="en-US" sz="1600" b="1" dirty="0" smtClean="0">
                <a:solidFill>
                  <a:srgbClr val="000000"/>
                </a:solidFill>
              </a:rPr>
              <a:t>babies</a:t>
            </a:r>
            <a:r>
              <a:rPr lang="en-US" sz="1600" dirty="0" smtClean="0">
                <a:solidFill>
                  <a:srgbClr val="000000"/>
                </a:solidFill>
                <a:cs typeface="Courier New" panose="02070309020205020404" pitchFamily="49" charset="0"/>
              </a:rPr>
              <a:t> </a:t>
            </a:r>
            <a:r>
              <a:rPr lang="en-US" sz="1600" dirty="0">
                <a:solidFill>
                  <a:srgbClr val="000000"/>
                </a:solidFill>
                <a:cs typeface="Courier New" panose="02070309020205020404" pitchFamily="49" charset="0"/>
              </a:rPr>
              <a:t>Number of </a:t>
            </a:r>
            <a:r>
              <a:rPr lang="en-US" sz="1600" dirty="0" smtClean="0">
                <a:solidFill>
                  <a:srgbClr val="000000"/>
                </a:solidFill>
                <a:cs typeface="Courier New" panose="02070309020205020404" pitchFamily="49" charset="0"/>
              </a:rPr>
              <a:t>babies</a:t>
            </a:r>
          </a:p>
          <a:p>
            <a:r>
              <a:rPr lang="en-US" sz="1600" b="1" dirty="0"/>
              <a:t>meal</a:t>
            </a:r>
            <a:r>
              <a:rPr lang="en-US" sz="1600" dirty="0"/>
              <a:t> Type of meal booked. Categories are presented in standard hospitality meal packages: </a:t>
            </a:r>
          </a:p>
          <a:p>
            <a:pPr lvl="1"/>
            <a:r>
              <a:rPr lang="en-US" sz="1600" dirty="0"/>
              <a:t>Undefined/SC – no meal package;</a:t>
            </a:r>
          </a:p>
          <a:p>
            <a:pPr lvl="1"/>
            <a:r>
              <a:rPr lang="en-US" sz="1600" dirty="0"/>
              <a:t>BB – Bed &amp; Breakfast;</a:t>
            </a:r>
          </a:p>
          <a:p>
            <a:pPr lvl="1"/>
            <a:r>
              <a:rPr lang="en-US" sz="1600" dirty="0"/>
              <a:t>HB – Half board (breakfast and one other meal – usually dinner);</a:t>
            </a:r>
          </a:p>
          <a:p>
            <a:pPr lvl="1"/>
            <a:r>
              <a:rPr lang="en-US" sz="1600" dirty="0"/>
              <a:t>FB – Full board (breakfast, lunch and dinner</a:t>
            </a:r>
            <a:r>
              <a:rPr lang="en-US" sz="1600" dirty="0" smtClean="0"/>
              <a:t>)</a:t>
            </a:r>
            <a:endParaRPr lang="en-US" sz="1600" dirty="0"/>
          </a:p>
        </p:txBody>
      </p:sp>
    </p:spTree>
    <p:extLst>
      <p:ext uri="{BB962C8B-B14F-4D97-AF65-F5344CB8AC3E}">
        <p14:creationId xmlns:p14="http://schemas.microsoft.com/office/powerpoint/2010/main" val="2354887030"/>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Data Explanation</a:t>
            </a:r>
          </a:p>
        </p:txBody>
      </p:sp>
      <p:sp>
        <p:nvSpPr>
          <p:cNvPr id="4" name="Content Placeholder 2"/>
          <p:cNvSpPr txBox="1">
            <a:spLocks/>
          </p:cNvSpPr>
          <p:nvPr/>
        </p:nvSpPr>
        <p:spPr>
          <a:xfrm>
            <a:off x="990600" y="1781073"/>
            <a:ext cx="10363200" cy="4351338"/>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600" b="1" dirty="0" smtClean="0"/>
              <a:t>country</a:t>
            </a:r>
            <a:r>
              <a:rPr lang="en-US" sz="1600" dirty="0" smtClean="0"/>
              <a:t> </a:t>
            </a:r>
            <a:r>
              <a:rPr lang="en-US" sz="1600" dirty="0" err="1"/>
              <a:t>Country</a:t>
            </a:r>
            <a:r>
              <a:rPr lang="en-US" sz="1600" dirty="0"/>
              <a:t> of origin. Categories are represented in the ISO 3155–3:2013 format</a:t>
            </a:r>
          </a:p>
          <a:p>
            <a:r>
              <a:rPr lang="en-US" sz="1600" b="1" dirty="0" err="1"/>
              <a:t>market_segment</a:t>
            </a:r>
            <a:r>
              <a:rPr lang="en-US" sz="1600" dirty="0"/>
              <a:t> Market segment designation. In categories, the term “TA” means “Travel Agents” and “TO” means “Tour Operators”</a:t>
            </a:r>
          </a:p>
          <a:p>
            <a:r>
              <a:rPr lang="en-US" sz="1600" b="1" dirty="0" err="1"/>
              <a:t>distribution_channel</a:t>
            </a:r>
            <a:r>
              <a:rPr lang="en-US" sz="1600" dirty="0"/>
              <a:t> Booking distribution channel. The term “TA” means “Travel Agents” and “TO” means “Tour Operators”</a:t>
            </a:r>
          </a:p>
          <a:p>
            <a:r>
              <a:rPr lang="en-US" sz="1600" b="1" dirty="0" err="1"/>
              <a:t>is_repeated_guest</a:t>
            </a:r>
            <a:r>
              <a:rPr lang="en-US" sz="1600" dirty="0"/>
              <a:t> Value indicating if the booking name was from a repeated guest (1) or not (0)</a:t>
            </a:r>
          </a:p>
          <a:p>
            <a:r>
              <a:rPr lang="en-US" sz="1600" b="1" dirty="0" err="1"/>
              <a:t>previous_cancellations</a:t>
            </a:r>
            <a:r>
              <a:rPr lang="en-US" sz="1600" dirty="0"/>
              <a:t> Number of previous bookings that were cancelled by the customer prior to the current booking</a:t>
            </a:r>
          </a:p>
          <a:p>
            <a:r>
              <a:rPr lang="en-US" sz="1600" b="1" dirty="0" err="1"/>
              <a:t>previous_bookings_not_canceled</a:t>
            </a:r>
            <a:r>
              <a:rPr lang="en-US" sz="1600" dirty="0"/>
              <a:t> Number of previous bookings not cancelled by the customer prior to the current booking</a:t>
            </a:r>
          </a:p>
          <a:p>
            <a:r>
              <a:rPr lang="en-US" sz="1600" b="1" dirty="0" err="1"/>
              <a:t>reserved_room_type</a:t>
            </a:r>
            <a:r>
              <a:rPr lang="en-US" sz="1600" dirty="0"/>
              <a:t> Code of room type reserved. Code is presented instead of designation for anonymity reasons.</a:t>
            </a:r>
          </a:p>
          <a:p>
            <a:r>
              <a:rPr lang="en-US" sz="1600" b="1" dirty="0" err="1"/>
              <a:t>assigned_room_type</a:t>
            </a:r>
            <a:r>
              <a:rPr lang="en-US" sz="1600" dirty="0"/>
              <a:t> Code for the type of room assigned to the booking. Sometimes the assigned room type differs from the reserved room type due to hotel operation reasons (e.g. overbooking) or by customer request. Code is presented instead of designation for anonymity reasons.</a:t>
            </a:r>
          </a:p>
          <a:p>
            <a:r>
              <a:rPr lang="en-US" sz="1600" b="1" dirty="0" err="1"/>
              <a:t>booking_changes</a:t>
            </a:r>
            <a:r>
              <a:rPr lang="en-US" sz="1600" dirty="0"/>
              <a:t> Number of changes/amendments made to the booking from the moment the booking was entered on the PMS until the moment of check-in or cancellation</a:t>
            </a:r>
          </a:p>
        </p:txBody>
      </p:sp>
    </p:spTree>
    <p:extLst>
      <p:ext uri="{BB962C8B-B14F-4D97-AF65-F5344CB8AC3E}">
        <p14:creationId xmlns:p14="http://schemas.microsoft.com/office/powerpoint/2010/main" val="3122234118"/>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Data Explanation</a:t>
            </a:r>
          </a:p>
        </p:txBody>
      </p:sp>
      <p:sp>
        <p:nvSpPr>
          <p:cNvPr id="3" name="Content Placeholder 2"/>
          <p:cNvSpPr>
            <a:spLocks noGrp="1"/>
          </p:cNvSpPr>
          <p:nvPr>
            <p:ph idx="1"/>
          </p:nvPr>
        </p:nvSpPr>
        <p:spPr/>
        <p:txBody>
          <a:bodyPr>
            <a:noAutofit/>
          </a:bodyPr>
          <a:lstStyle/>
          <a:p>
            <a:pPr eaLnBrk="0" fontAlgn="base" hangingPunct="0">
              <a:lnSpc>
                <a:spcPct val="100000"/>
              </a:lnSpc>
              <a:spcBef>
                <a:spcPct val="0"/>
              </a:spcBef>
              <a:spcAft>
                <a:spcPct val="0"/>
              </a:spcAft>
            </a:pPr>
            <a:r>
              <a:rPr lang="en-US" sz="1600" b="1" dirty="0" err="1" smtClean="0">
                <a:solidFill>
                  <a:srgbClr val="000000"/>
                </a:solidFill>
              </a:rPr>
              <a:t>deposit_type</a:t>
            </a:r>
            <a:r>
              <a:rPr lang="en-US" sz="1600" dirty="0" smtClean="0">
                <a:solidFill>
                  <a:srgbClr val="000000"/>
                </a:solidFill>
                <a:cs typeface="Courier New" panose="02070309020205020404" pitchFamily="49" charset="0"/>
              </a:rPr>
              <a:t> </a:t>
            </a:r>
            <a:r>
              <a:rPr lang="en-US" sz="1600" dirty="0">
                <a:solidFill>
                  <a:srgbClr val="000000"/>
                </a:solidFill>
                <a:cs typeface="Courier New" panose="02070309020205020404" pitchFamily="49" charset="0"/>
              </a:rPr>
              <a:t>Indication on if the customer made a deposit to guarantee the booking. This variable can assume three categories: </a:t>
            </a:r>
            <a:endParaRPr lang="en-US" sz="1600" dirty="0">
              <a:solidFill>
                <a:srgbClr val="000000"/>
              </a:solidFill>
            </a:endParaRPr>
          </a:p>
          <a:p>
            <a:pPr lvl="1" eaLnBrk="0" fontAlgn="base" hangingPunct="0">
              <a:lnSpc>
                <a:spcPct val="100000"/>
              </a:lnSpc>
              <a:spcBef>
                <a:spcPct val="0"/>
              </a:spcBef>
              <a:spcAft>
                <a:spcPct val="0"/>
              </a:spcAft>
            </a:pPr>
            <a:r>
              <a:rPr lang="en-US" sz="1600" dirty="0">
                <a:solidFill>
                  <a:srgbClr val="000000"/>
                </a:solidFill>
              </a:rPr>
              <a:t>No Deposit – no deposit was made;</a:t>
            </a:r>
          </a:p>
          <a:p>
            <a:pPr lvl="1" eaLnBrk="0" fontAlgn="base" hangingPunct="0">
              <a:lnSpc>
                <a:spcPct val="100000"/>
              </a:lnSpc>
              <a:spcBef>
                <a:spcPct val="0"/>
              </a:spcBef>
              <a:spcAft>
                <a:spcPct val="0"/>
              </a:spcAft>
            </a:pPr>
            <a:r>
              <a:rPr lang="en-US" sz="1600" dirty="0">
                <a:solidFill>
                  <a:srgbClr val="000000"/>
                </a:solidFill>
              </a:rPr>
              <a:t>Non Refund – a deposit was made in the value of the total stay cost;</a:t>
            </a:r>
          </a:p>
          <a:p>
            <a:pPr lvl="1" eaLnBrk="0" fontAlgn="base" hangingPunct="0">
              <a:lnSpc>
                <a:spcPct val="100000"/>
              </a:lnSpc>
              <a:spcBef>
                <a:spcPct val="0"/>
              </a:spcBef>
              <a:spcAft>
                <a:spcPct val="0"/>
              </a:spcAft>
            </a:pPr>
            <a:r>
              <a:rPr lang="en-US" sz="1600" dirty="0">
                <a:solidFill>
                  <a:srgbClr val="000000"/>
                </a:solidFill>
              </a:rPr>
              <a:t>Refundable – a deposit was made with a value under the total cost of stay.</a:t>
            </a:r>
          </a:p>
          <a:p>
            <a:pPr eaLnBrk="0" fontAlgn="base" hangingPunct="0">
              <a:lnSpc>
                <a:spcPct val="100000"/>
              </a:lnSpc>
              <a:spcBef>
                <a:spcPct val="0"/>
              </a:spcBef>
              <a:spcAft>
                <a:spcPct val="0"/>
              </a:spcAft>
            </a:pPr>
            <a:r>
              <a:rPr lang="en-US" sz="1600" b="1" dirty="0">
                <a:solidFill>
                  <a:srgbClr val="000000"/>
                </a:solidFill>
              </a:rPr>
              <a:t>agent</a:t>
            </a:r>
            <a:r>
              <a:rPr lang="en-US" sz="1600" dirty="0">
                <a:solidFill>
                  <a:srgbClr val="000000"/>
                </a:solidFill>
                <a:cs typeface="Courier New" panose="02070309020205020404" pitchFamily="49" charset="0"/>
              </a:rPr>
              <a:t> ID of the travel agency that made the booking</a:t>
            </a:r>
            <a:endParaRPr lang="en-US" sz="1600" dirty="0">
              <a:solidFill>
                <a:srgbClr val="000000"/>
              </a:solidFill>
            </a:endParaRPr>
          </a:p>
          <a:p>
            <a:pPr eaLnBrk="0" fontAlgn="base" hangingPunct="0">
              <a:lnSpc>
                <a:spcPct val="100000"/>
              </a:lnSpc>
              <a:spcBef>
                <a:spcPct val="0"/>
              </a:spcBef>
              <a:spcAft>
                <a:spcPct val="0"/>
              </a:spcAft>
            </a:pPr>
            <a:r>
              <a:rPr lang="en-US" sz="1600" b="1" dirty="0">
                <a:solidFill>
                  <a:srgbClr val="000000"/>
                </a:solidFill>
              </a:rPr>
              <a:t>company</a:t>
            </a:r>
            <a:r>
              <a:rPr lang="en-US" sz="1600" dirty="0">
                <a:solidFill>
                  <a:srgbClr val="000000"/>
                </a:solidFill>
                <a:cs typeface="Courier New" panose="02070309020205020404" pitchFamily="49" charset="0"/>
              </a:rPr>
              <a:t> ID of the company/entity that made the booking or responsible for paying the booking. ID is presented instead of designation for anonymity reasons.</a:t>
            </a:r>
            <a:endParaRPr lang="en-US" sz="1600" dirty="0">
              <a:solidFill>
                <a:srgbClr val="000000"/>
              </a:solidFill>
            </a:endParaRPr>
          </a:p>
          <a:p>
            <a:pPr eaLnBrk="0" fontAlgn="base" hangingPunct="0">
              <a:lnSpc>
                <a:spcPct val="100000"/>
              </a:lnSpc>
              <a:spcBef>
                <a:spcPct val="0"/>
              </a:spcBef>
              <a:spcAft>
                <a:spcPct val="0"/>
              </a:spcAft>
            </a:pPr>
            <a:r>
              <a:rPr lang="en-US" sz="1600" b="1" dirty="0" err="1">
                <a:solidFill>
                  <a:srgbClr val="000000"/>
                </a:solidFill>
              </a:rPr>
              <a:t>days_in_waiting_list</a:t>
            </a:r>
            <a:r>
              <a:rPr lang="en-US" sz="1600" dirty="0">
                <a:solidFill>
                  <a:srgbClr val="000000"/>
                </a:solidFill>
                <a:cs typeface="Courier New" panose="02070309020205020404" pitchFamily="49" charset="0"/>
              </a:rPr>
              <a:t> Number of days the booking was in the waiting list before it was confirmed to the customer</a:t>
            </a:r>
            <a:endParaRPr lang="en-US" sz="1600" dirty="0">
              <a:solidFill>
                <a:srgbClr val="000000"/>
              </a:solidFill>
            </a:endParaRPr>
          </a:p>
          <a:p>
            <a:pPr eaLnBrk="0" fontAlgn="base" hangingPunct="0">
              <a:lnSpc>
                <a:spcPct val="100000"/>
              </a:lnSpc>
              <a:spcBef>
                <a:spcPct val="0"/>
              </a:spcBef>
              <a:spcAft>
                <a:spcPct val="0"/>
              </a:spcAft>
            </a:pPr>
            <a:r>
              <a:rPr lang="en-US" sz="1600" b="1" dirty="0" err="1">
                <a:solidFill>
                  <a:srgbClr val="000000"/>
                </a:solidFill>
              </a:rPr>
              <a:t>customer_type</a:t>
            </a:r>
            <a:r>
              <a:rPr lang="en-US" sz="1600" dirty="0">
                <a:solidFill>
                  <a:srgbClr val="000000"/>
                </a:solidFill>
                <a:cs typeface="Courier New" panose="02070309020205020404" pitchFamily="49" charset="0"/>
              </a:rPr>
              <a:t> Type of booking, assuming one of four categories: </a:t>
            </a:r>
            <a:endParaRPr lang="en-US" sz="1600" dirty="0">
              <a:solidFill>
                <a:srgbClr val="000000"/>
              </a:solidFill>
            </a:endParaRPr>
          </a:p>
          <a:p>
            <a:pPr lvl="1" eaLnBrk="0" fontAlgn="base" hangingPunct="0">
              <a:lnSpc>
                <a:spcPct val="100000"/>
              </a:lnSpc>
              <a:spcBef>
                <a:spcPct val="0"/>
              </a:spcBef>
              <a:spcAft>
                <a:spcPct val="0"/>
              </a:spcAft>
            </a:pPr>
            <a:r>
              <a:rPr lang="en-US" sz="1600" dirty="0">
                <a:solidFill>
                  <a:srgbClr val="000000"/>
                </a:solidFill>
              </a:rPr>
              <a:t>Contract - when the booking has an allotment or other type of contract associated to it;</a:t>
            </a:r>
          </a:p>
          <a:p>
            <a:pPr lvl="1" eaLnBrk="0" fontAlgn="base" hangingPunct="0">
              <a:lnSpc>
                <a:spcPct val="100000"/>
              </a:lnSpc>
              <a:spcBef>
                <a:spcPct val="0"/>
              </a:spcBef>
              <a:spcAft>
                <a:spcPct val="0"/>
              </a:spcAft>
            </a:pPr>
            <a:r>
              <a:rPr lang="en-US" sz="1600" dirty="0">
                <a:solidFill>
                  <a:srgbClr val="000000"/>
                </a:solidFill>
              </a:rPr>
              <a:t>Group – when the booking is associated to a group;</a:t>
            </a:r>
          </a:p>
          <a:p>
            <a:pPr lvl="1" eaLnBrk="0" fontAlgn="base" hangingPunct="0">
              <a:lnSpc>
                <a:spcPct val="100000"/>
              </a:lnSpc>
              <a:spcBef>
                <a:spcPct val="0"/>
              </a:spcBef>
              <a:spcAft>
                <a:spcPct val="0"/>
              </a:spcAft>
            </a:pPr>
            <a:r>
              <a:rPr lang="en-US" sz="1600" dirty="0">
                <a:solidFill>
                  <a:srgbClr val="000000"/>
                </a:solidFill>
              </a:rPr>
              <a:t>Transient – when the booking is not part of a group or contract, and is not associated to other </a:t>
            </a:r>
            <a:r>
              <a:rPr lang="en-US" sz="1600" dirty="0" smtClean="0">
                <a:solidFill>
                  <a:srgbClr val="000000"/>
                </a:solidFill>
              </a:rPr>
              <a:t>transient booking</a:t>
            </a:r>
            <a:endParaRPr lang="en-US" sz="1600" dirty="0">
              <a:solidFill>
                <a:srgbClr val="000000"/>
              </a:solidFill>
            </a:endParaRPr>
          </a:p>
          <a:p>
            <a:pPr lvl="1" eaLnBrk="0" fontAlgn="base" hangingPunct="0">
              <a:lnSpc>
                <a:spcPct val="100000"/>
              </a:lnSpc>
              <a:spcBef>
                <a:spcPct val="0"/>
              </a:spcBef>
              <a:spcAft>
                <a:spcPct val="0"/>
              </a:spcAft>
            </a:pPr>
            <a:r>
              <a:rPr lang="en-US" sz="1600" dirty="0">
                <a:solidFill>
                  <a:srgbClr val="000000"/>
                </a:solidFill>
              </a:rPr>
              <a:t>Transient-party – when the booking is transient, but is associated to at least other transient booking</a:t>
            </a:r>
          </a:p>
          <a:p>
            <a:pPr eaLnBrk="0" fontAlgn="base" hangingPunct="0">
              <a:lnSpc>
                <a:spcPct val="100000"/>
              </a:lnSpc>
              <a:spcBef>
                <a:spcPct val="0"/>
              </a:spcBef>
              <a:spcAft>
                <a:spcPct val="0"/>
              </a:spcAft>
            </a:pPr>
            <a:r>
              <a:rPr lang="en-US" sz="1600" b="1" dirty="0" err="1">
                <a:solidFill>
                  <a:srgbClr val="000000"/>
                </a:solidFill>
              </a:rPr>
              <a:t>adr</a:t>
            </a:r>
            <a:r>
              <a:rPr lang="en-US" sz="1600" dirty="0">
                <a:solidFill>
                  <a:srgbClr val="000000"/>
                </a:solidFill>
                <a:cs typeface="Courier New" panose="02070309020205020404" pitchFamily="49" charset="0"/>
              </a:rPr>
              <a:t> Average Daily Rate as defined by dividing the sum of all lodging transactions by the total number of staying nights</a:t>
            </a:r>
            <a:endParaRPr lang="en-US" sz="1600" dirty="0">
              <a:solidFill>
                <a:srgbClr val="000000"/>
              </a:solidFill>
            </a:endParaRPr>
          </a:p>
          <a:p>
            <a:pPr eaLnBrk="0" fontAlgn="base" hangingPunct="0">
              <a:lnSpc>
                <a:spcPct val="100000"/>
              </a:lnSpc>
              <a:spcBef>
                <a:spcPct val="0"/>
              </a:spcBef>
              <a:spcAft>
                <a:spcPct val="0"/>
              </a:spcAft>
            </a:pPr>
            <a:r>
              <a:rPr lang="en-US" sz="1600" b="1" dirty="0" err="1">
                <a:solidFill>
                  <a:srgbClr val="000000"/>
                </a:solidFill>
              </a:rPr>
              <a:t>required_car_parking_spaces</a:t>
            </a:r>
            <a:r>
              <a:rPr lang="en-US" sz="1600" dirty="0">
                <a:solidFill>
                  <a:srgbClr val="000000"/>
                </a:solidFill>
                <a:cs typeface="Courier New" panose="02070309020205020404" pitchFamily="49" charset="0"/>
              </a:rPr>
              <a:t> Number of car parking spaces required by the customer</a:t>
            </a:r>
            <a:endParaRPr lang="en-US" sz="1600" dirty="0">
              <a:solidFill>
                <a:srgbClr val="000000"/>
              </a:solidFill>
            </a:endParaRPr>
          </a:p>
          <a:p>
            <a:pPr eaLnBrk="0" fontAlgn="base" hangingPunct="0">
              <a:lnSpc>
                <a:spcPct val="100000"/>
              </a:lnSpc>
              <a:spcBef>
                <a:spcPct val="0"/>
              </a:spcBef>
              <a:spcAft>
                <a:spcPct val="0"/>
              </a:spcAft>
            </a:pPr>
            <a:r>
              <a:rPr lang="en-US" sz="1600" b="1" dirty="0" err="1">
                <a:solidFill>
                  <a:srgbClr val="000000"/>
                </a:solidFill>
              </a:rPr>
              <a:t>total_of_special_requests</a:t>
            </a:r>
            <a:r>
              <a:rPr lang="en-US" sz="1600" dirty="0">
                <a:solidFill>
                  <a:srgbClr val="000000"/>
                </a:solidFill>
                <a:cs typeface="Courier New" panose="02070309020205020404" pitchFamily="49" charset="0"/>
              </a:rPr>
              <a:t> Number of special requests made by the customer (e.g. twin bed or high floor</a:t>
            </a:r>
            <a:r>
              <a:rPr lang="en-US" sz="1600" dirty="0" smtClean="0">
                <a:solidFill>
                  <a:srgbClr val="000000"/>
                </a:solidFill>
                <a:cs typeface="Courier New" panose="02070309020205020404" pitchFamily="49" charset="0"/>
              </a:rPr>
              <a:t>)</a:t>
            </a:r>
            <a:endParaRPr lang="en-US" sz="1600" dirty="0">
              <a:solidFill>
                <a:srgbClr val="000000"/>
              </a:solidFill>
            </a:endParaRPr>
          </a:p>
        </p:txBody>
      </p:sp>
    </p:spTree>
    <p:extLst>
      <p:ext uri="{BB962C8B-B14F-4D97-AF65-F5344CB8AC3E}">
        <p14:creationId xmlns:p14="http://schemas.microsoft.com/office/powerpoint/2010/main" val="486001596"/>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Data Explanation</a:t>
            </a:r>
          </a:p>
        </p:txBody>
      </p:sp>
      <p:sp>
        <p:nvSpPr>
          <p:cNvPr id="3" name="Content Placeholder 2"/>
          <p:cNvSpPr>
            <a:spLocks noGrp="1"/>
          </p:cNvSpPr>
          <p:nvPr>
            <p:ph idx="1"/>
          </p:nvPr>
        </p:nvSpPr>
        <p:spPr/>
        <p:txBody>
          <a:bodyPr/>
          <a:lstStyle/>
          <a:p>
            <a:pPr eaLnBrk="0" fontAlgn="base" hangingPunct="0">
              <a:lnSpc>
                <a:spcPct val="100000"/>
              </a:lnSpc>
              <a:spcBef>
                <a:spcPct val="0"/>
              </a:spcBef>
              <a:spcAft>
                <a:spcPct val="0"/>
              </a:spcAft>
            </a:pPr>
            <a:endParaRPr lang="en-US" sz="1600" dirty="0">
              <a:solidFill>
                <a:srgbClr val="000000"/>
              </a:solidFill>
            </a:endParaRPr>
          </a:p>
          <a:p>
            <a:pPr eaLnBrk="0" fontAlgn="base" hangingPunct="0">
              <a:lnSpc>
                <a:spcPct val="100000"/>
              </a:lnSpc>
              <a:spcBef>
                <a:spcPct val="0"/>
              </a:spcBef>
              <a:spcAft>
                <a:spcPct val="0"/>
              </a:spcAft>
            </a:pPr>
            <a:r>
              <a:rPr lang="en-US" sz="1600" b="1" dirty="0" err="1">
                <a:solidFill>
                  <a:srgbClr val="000000"/>
                </a:solidFill>
              </a:rPr>
              <a:t>reservation_status</a:t>
            </a:r>
            <a:r>
              <a:rPr lang="en-US" sz="1600" dirty="0">
                <a:solidFill>
                  <a:srgbClr val="000000"/>
                </a:solidFill>
                <a:cs typeface="Courier New" panose="02070309020205020404" pitchFamily="49" charset="0"/>
              </a:rPr>
              <a:t> Reservation last status, assuming one of three categories: </a:t>
            </a:r>
            <a:endParaRPr lang="en-US" sz="1600" dirty="0">
              <a:solidFill>
                <a:srgbClr val="000000"/>
              </a:solidFill>
            </a:endParaRPr>
          </a:p>
          <a:p>
            <a:pPr lvl="1" eaLnBrk="0" fontAlgn="base" hangingPunct="0">
              <a:lnSpc>
                <a:spcPct val="100000"/>
              </a:lnSpc>
              <a:spcBef>
                <a:spcPct val="0"/>
              </a:spcBef>
              <a:spcAft>
                <a:spcPct val="0"/>
              </a:spcAft>
            </a:pPr>
            <a:r>
              <a:rPr lang="en-US" sz="1600" dirty="0">
                <a:solidFill>
                  <a:srgbClr val="000000"/>
                </a:solidFill>
              </a:rPr>
              <a:t>Canceled – booking was canceled by the customer;</a:t>
            </a:r>
          </a:p>
          <a:p>
            <a:pPr lvl="1" eaLnBrk="0" fontAlgn="base" hangingPunct="0">
              <a:lnSpc>
                <a:spcPct val="100000"/>
              </a:lnSpc>
              <a:spcBef>
                <a:spcPct val="0"/>
              </a:spcBef>
              <a:spcAft>
                <a:spcPct val="0"/>
              </a:spcAft>
            </a:pPr>
            <a:r>
              <a:rPr lang="en-US" sz="1600" dirty="0">
                <a:solidFill>
                  <a:srgbClr val="000000"/>
                </a:solidFill>
              </a:rPr>
              <a:t>Check-Out – customer has checked in but already departed;</a:t>
            </a:r>
          </a:p>
          <a:p>
            <a:pPr lvl="1" eaLnBrk="0" fontAlgn="base" hangingPunct="0">
              <a:lnSpc>
                <a:spcPct val="100000"/>
              </a:lnSpc>
              <a:spcBef>
                <a:spcPct val="0"/>
              </a:spcBef>
              <a:spcAft>
                <a:spcPct val="0"/>
              </a:spcAft>
            </a:pPr>
            <a:r>
              <a:rPr lang="en-US" sz="1600" dirty="0">
                <a:solidFill>
                  <a:srgbClr val="000000"/>
                </a:solidFill>
              </a:rPr>
              <a:t>No-Show – customer did not check-in and did inform the hotel of the reason why</a:t>
            </a:r>
          </a:p>
          <a:p>
            <a:pPr eaLnBrk="0" fontAlgn="base" hangingPunct="0">
              <a:lnSpc>
                <a:spcPct val="100000"/>
              </a:lnSpc>
              <a:spcBef>
                <a:spcPct val="0"/>
              </a:spcBef>
              <a:spcAft>
                <a:spcPct val="0"/>
              </a:spcAft>
            </a:pPr>
            <a:r>
              <a:rPr lang="en-US" sz="1600" b="1" dirty="0" err="1">
                <a:solidFill>
                  <a:srgbClr val="000000"/>
                </a:solidFill>
              </a:rPr>
              <a:t>reservation_status_date</a:t>
            </a:r>
            <a:r>
              <a:rPr lang="en-US" sz="1600" dirty="0">
                <a:solidFill>
                  <a:srgbClr val="000000"/>
                </a:solidFill>
                <a:cs typeface="Courier New" panose="02070309020205020404" pitchFamily="49" charset="0"/>
              </a:rPr>
              <a:t> Date at which the last status was set. This variable can be used in conjunction with the </a:t>
            </a:r>
            <a:r>
              <a:rPr lang="en-US" sz="1600" dirty="0" err="1">
                <a:solidFill>
                  <a:srgbClr val="000000"/>
                </a:solidFill>
                <a:cs typeface="Courier New" panose="02070309020205020404" pitchFamily="49" charset="0"/>
              </a:rPr>
              <a:t>ReservationStatus</a:t>
            </a:r>
            <a:r>
              <a:rPr lang="en-US" sz="1600" dirty="0">
                <a:solidFill>
                  <a:srgbClr val="000000"/>
                </a:solidFill>
                <a:cs typeface="Courier New" panose="02070309020205020404" pitchFamily="49" charset="0"/>
              </a:rPr>
              <a:t> to understand when was the booking canceled or when did the customer checked-out of the </a:t>
            </a:r>
            <a:r>
              <a:rPr lang="en-US" sz="1600" dirty="0" smtClean="0">
                <a:solidFill>
                  <a:srgbClr val="000000"/>
                </a:solidFill>
                <a:cs typeface="Courier New" panose="02070309020205020404" pitchFamily="49" charset="0"/>
              </a:rPr>
              <a:t>hotel</a:t>
            </a:r>
            <a:endParaRPr lang="en-US" sz="1600" dirty="0">
              <a:solidFill>
                <a:srgbClr val="000000"/>
              </a:solidFill>
            </a:endParaRPr>
          </a:p>
        </p:txBody>
      </p:sp>
    </p:spTree>
    <p:extLst>
      <p:ext uri="{BB962C8B-B14F-4D97-AF65-F5344CB8AC3E}">
        <p14:creationId xmlns:p14="http://schemas.microsoft.com/office/powerpoint/2010/main" val="2192028805"/>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5" name="Picture 4"/>
          <p:cNvPicPr>
            <a:picLocks noChangeAspect="1"/>
          </p:cNvPicPr>
          <p:nvPr/>
        </p:nvPicPr>
        <p:blipFill rotWithShape="1">
          <a:blip r:embed="rId2"/>
          <a:srcRect r="48636" b="38145"/>
          <a:stretch/>
        </p:blipFill>
        <p:spPr>
          <a:xfrm>
            <a:off x="2754469" y="1738879"/>
            <a:ext cx="6683062" cy="4524829"/>
          </a:xfrm>
          <a:prstGeom prst="rect">
            <a:avLst/>
          </a:prstGeom>
        </p:spPr>
      </p:pic>
    </p:spTree>
    <p:extLst>
      <p:ext uri="{BB962C8B-B14F-4D97-AF65-F5344CB8AC3E}">
        <p14:creationId xmlns:p14="http://schemas.microsoft.com/office/powerpoint/2010/main" val="3951899050"/>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rotWithShape="1">
          <a:blip r:embed="rId2"/>
          <a:srcRect r="48636" b="38145"/>
          <a:stretch/>
        </p:blipFill>
        <p:spPr>
          <a:xfrm>
            <a:off x="2743200" y="940822"/>
            <a:ext cx="6683062" cy="4524829"/>
          </a:xfrm>
          <a:prstGeom prst="rect">
            <a:avLst/>
          </a:prstGeom>
        </p:spPr>
      </p:pic>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4" name="Picture 3"/>
          <p:cNvPicPr>
            <a:picLocks noChangeAspect="1"/>
          </p:cNvPicPr>
          <p:nvPr/>
        </p:nvPicPr>
        <p:blipFill rotWithShape="1">
          <a:blip r:embed="rId3"/>
          <a:srcRect t="26359" r="48463"/>
          <a:stretch/>
        </p:blipFill>
        <p:spPr>
          <a:xfrm>
            <a:off x="2743200" y="1307816"/>
            <a:ext cx="6705600" cy="5386955"/>
          </a:xfrm>
          <a:prstGeom prst="rect">
            <a:avLst/>
          </a:prstGeom>
        </p:spPr>
      </p:pic>
    </p:spTree>
    <p:extLst>
      <p:ext uri="{BB962C8B-B14F-4D97-AF65-F5344CB8AC3E}">
        <p14:creationId xmlns:p14="http://schemas.microsoft.com/office/powerpoint/2010/main" val="1714650726"/>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Machine Learning</a:t>
            </a:r>
            <a:endParaRPr lang="en-US"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379707017"/>
              </p:ext>
            </p:extLst>
          </p:nvPr>
        </p:nvGraphicFramePr>
        <p:xfrm>
          <a:off x="609600" y="1600199"/>
          <a:ext cx="10972800" cy="45720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365662964"/>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Model Evaluation</a:t>
            </a:r>
            <a:endParaRPr lang="en-US" dirty="0"/>
          </a:p>
        </p:txBody>
      </p:sp>
      <p:sp>
        <p:nvSpPr>
          <p:cNvPr id="5" name="Content Placeholder 4"/>
          <p:cNvSpPr>
            <a:spLocks noGrp="1"/>
          </p:cNvSpPr>
          <p:nvPr>
            <p:ph idx="1"/>
          </p:nvPr>
        </p:nvSpPr>
        <p:spPr/>
        <p:txBody>
          <a:bodyPr/>
          <a:lstStyle/>
          <a:p>
            <a:pPr algn="ctr"/>
            <a:endParaRPr lang="en-US"/>
          </a:p>
        </p:txBody>
      </p:sp>
      <p:graphicFrame>
        <p:nvGraphicFramePr>
          <p:cNvPr id="6" name="Content Placeholder 3"/>
          <p:cNvGraphicFramePr>
            <a:graphicFrameLocks/>
          </p:cNvGraphicFramePr>
          <p:nvPr>
            <p:extLst>
              <p:ext uri="{D42A27DB-BD31-4B8C-83A1-F6EECF244321}">
                <p14:modId xmlns:p14="http://schemas.microsoft.com/office/powerpoint/2010/main" val="4153984107"/>
              </p:ext>
            </p:extLst>
          </p:nvPr>
        </p:nvGraphicFramePr>
        <p:xfrm>
          <a:off x="609600" y="1600201"/>
          <a:ext cx="5200356" cy="2468880"/>
        </p:xfrm>
        <a:graphic>
          <a:graphicData uri="http://schemas.openxmlformats.org/drawingml/2006/table">
            <a:tbl>
              <a:tblPr firstRow="1" bandRow="1">
                <a:tableStyleId>{5C22544A-7EE6-4342-B048-85BDC9FD1C3A}</a:tableStyleId>
              </a:tblPr>
              <a:tblGrid>
                <a:gridCol w="1733452"/>
                <a:gridCol w="1733452"/>
                <a:gridCol w="1733452"/>
              </a:tblGrid>
              <a:tr h="370840">
                <a:tc>
                  <a:txBody>
                    <a:bodyPr/>
                    <a:lstStyle/>
                    <a:p>
                      <a:r>
                        <a:rPr lang="en-US" dirty="0" smtClean="0"/>
                        <a:t>Logistic Regression</a:t>
                      </a:r>
                    </a:p>
                    <a:p>
                      <a:r>
                        <a:rPr lang="en-US" dirty="0" smtClean="0"/>
                        <a:t>Accuracy = </a:t>
                      </a:r>
                    </a:p>
                    <a:p>
                      <a:r>
                        <a:rPr lang="en-US" dirty="0" smtClean="0"/>
                        <a:t>0.77, 0.74</a:t>
                      </a:r>
                      <a:endParaRPr lang="en-US" dirty="0"/>
                    </a:p>
                  </a:txBody>
                  <a:tcPr/>
                </a:tc>
                <a:tc>
                  <a:txBody>
                    <a:bodyPr/>
                    <a:lstStyle/>
                    <a:p>
                      <a:r>
                        <a:rPr lang="en-US" dirty="0" smtClean="0"/>
                        <a:t>Precision</a:t>
                      </a:r>
                      <a:endParaRPr lang="en-US" dirty="0"/>
                    </a:p>
                  </a:txBody>
                  <a:tcPr/>
                </a:tc>
                <a:tc>
                  <a:txBody>
                    <a:bodyPr/>
                    <a:lstStyle/>
                    <a:p>
                      <a:r>
                        <a:rPr lang="en-US" dirty="0" smtClean="0"/>
                        <a:t>Recall</a:t>
                      </a:r>
                      <a:endParaRPr lang="en-US" dirty="0"/>
                    </a:p>
                  </a:txBody>
                  <a:tcPr/>
                </a:tc>
              </a:tr>
              <a:tr h="370840">
                <a:tc>
                  <a:txBody>
                    <a:bodyPr/>
                    <a:lstStyle/>
                    <a:p>
                      <a:r>
                        <a:rPr lang="en-US" dirty="0" smtClean="0"/>
                        <a:t>Class</a:t>
                      </a:r>
                      <a:r>
                        <a:rPr lang="en-US" baseline="0" dirty="0" smtClean="0"/>
                        <a:t> 0</a:t>
                      </a:r>
                      <a:endParaRPr lang="en-US" dirty="0"/>
                    </a:p>
                  </a:txBody>
                  <a:tcPr/>
                </a:tc>
                <a:tc>
                  <a:txBody>
                    <a:bodyPr/>
                    <a:lstStyle/>
                    <a:p>
                      <a:r>
                        <a:rPr lang="en-US" dirty="0" err="1" smtClean="0"/>
                        <a:t>Ori</a:t>
                      </a:r>
                      <a:r>
                        <a:rPr lang="en-US" dirty="0" smtClean="0"/>
                        <a:t>	: 0.77</a:t>
                      </a:r>
                    </a:p>
                    <a:p>
                      <a:r>
                        <a:rPr lang="en-US" dirty="0" err="1" smtClean="0"/>
                        <a:t>Sm</a:t>
                      </a:r>
                      <a:r>
                        <a:rPr lang="en-US" dirty="0" smtClean="0"/>
                        <a:t> 	: 0.74</a:t>
                      </a:r>
                      <a:endParaRPr lang="en-US" dirty="0"/>
                    </a:p>
                  </a:txBody>
                  <a:tcPr/>
                </a:tc>
                <a:tc>
                  <a:txBody>
                    <a:bodyPr/>
                    <a:lstStyle/>
                    <a:p>
                      <a:r>
                        <a:rPr lang="en-US" dirty="0" err="1" smtClean="0"/>
                        <a:t>Ori</a:t>
                      </a:r>
                      <a:r>
                        <a:rPr lang="en-US" dirty="0" smtClean="0"/>
                        <a:t>	: 0.91</a:t>
                      </a:r>
                    </a:p>
                    <a:p>
                      <a:r>
                        <a:rPr lang="en-US" dirty="0" err="1" smtClean="0"/>
                        <a:t>Sm</a:t>
                      </a:r>
                      <a:r>
                        <a:rPr lang="en-US" dirty="0" smtClean="0"/>
                        <a:t> 	: 0.73</a:t>
                      </a:r>
                    </a:p>
                  </a:txBody>
                  <a:tcPr/>
                </a:tc>
              </a:tr>
              <a:tr h="370840">
                <a:tc>
                  <a:txBody>
                    <a:bodyPr/>
                    <a:lstStyle/>
                    <a:p>
                      <a:r>
                        <a:rPr lang="en-US" dirty="0" smtClean="0"/>
                        <a:t>Class 1</a:t>
                      </a:r>
                      <a:endParaRPr lang="en-US" dirty="0"/>
                    </a:p>
                  </a:txBody>
                  <a:tcPr/>
                </a:tc>
                <a:tc>
                  <a:txBody>
                    <a:bodyPr/>
                    <a:lstStyle/>
                    <a:p>
                      <a:r>
                        <a:rPr lang="en-US" dirty="0" err="1" smtClean="0"/>
                        <a:t>Ori</a:t>
                      </a:r>
                      <a:r>
                        <a:rPr lang="en-US" dirty="0" smtClean="0"/>
                        <a:t>	: 0.78</a:t>
                      </a:r>
                    </a:p>
                    <a:p>
                      <a:r>
                        <a:rPr lang="en-US" dirty="0" err="1" smtClean="0"/>
                        <a:t>Sm</a:t>
                      </a:r>
                      <a:r>
                        <a:rPr lang="en-US" dirty="0" smtClean="0"/>
                        <a:t> 	: 0.73</a:t>
                      </a:r>
                    </a:p>
                  </a:txBody>
                  <a:tcPr/>
                </a:tc>
                <a:tc>
                  <a:txBody>
                    <a:bodyPr/>
                    <a:lstStyle/>
                    <a:p>
                      <a:r>
                        <a:rPr lang="en-US" dirty="0" err="1" smtClean="0"/>
                        <a:t>Ori</a:t>
                      </a:r>
                      <a:r>
                        <a:rPr lang="en-US" dirty="0" smtClean="0"/>
                        <a:t>	: 0.54</a:t>
                      </a:r>
                    </a:p>
                    <a:p>
                      <a:r>
                        <a:rPr lang="en-US" dirty="0" err="1" smtClean="0"/>
                        <a:t>Sm</a:t>
                      </a:r>
                      <a:r>
                        <a:rPr lang="en-US" dirty="0" smtClean="0"/>
                        <a:t> 	: 0.75</a:t>
                      </a:r>
                    </a:p>
                  </a:txBody>
                  <a:tcPr/>
                </a:tc>
              </a:tr>
            </a:tbl>
          </a:graphicData>
        </a:graphic>
      </p:graphicFrame>
      <p:graphicFrame>
        <p:nvGraphicFramePr>
          <p:cNvPr id="7" name="Content Placeholder 3"/>
          <p:cNvGraphicFramePr>
            <a:graphicFrameLocks/>
          </p:cNvGraphicFramePr>
          <p:nvPr>
            <p:extLst>
              <p:ext uri="{D42A27DB-BD31-4B8C-83A1-F6EECF244321}">
                <p14:modId xmlns:p14="http://schemas.microsoft.com/office/powerpoint/2010/main" val="2044591457"/>
              </p:ext>
            </p:extLst>
          </p:nvPr>
        </p:nvGraphicFramePr>
        <p:xfrm>
          <a:off x="6382044" y="1600201"/>
          <a:ext cx="5200356" cy="2468880"/>
        </p:xfrm>
        <a:graphic>
          <a:graphicData uri="http://schemas.openxmlformats.org/drawingml/2006/table">
            <a:tbl>
              <a:tblPr firstRow="1" bandRow="1">
                <a:tableStyleId>{5C22544A-7EE6-4342-B048-85BDC9FD1C3A}</a:tableStyleId>
              </a:tblPr>
              <a:tblGrid>
                <a:gridCol w="1733452"/>
                <a:gridCol w="1733452"/>
                <a:gridCol w="1733452"/>
              </a:tblGrid>
              <a:tr h="370840">
                <a:tc>
                  <a:txBody>
                    <a:bodyPr/>
                    <a:lstStyle/>
                    <a:p>
                      <a:r>
                        <a:rPr lang="en-US" dirty="0" smtClean="0"/>
                        <a:t>Decision</a:t>
                      </a:r>
                      <a:r>
                        <a:rPr lang="en-US" baseline="0" dirty="0" smtClean="0"/>
                        <a:t> Tree C.</a:t>
                      </a:r>
                      <a:endParaRPr lang="en-US" dirty="0" smtClean="0"/>
                    </a:p>
                    <a:p>
                      <a:r>
                        <a:rPr lang="en-US" dirty="0" smtClean="0"/>
                        <a:t>Accuracy = </a:t>
                      </a:r>
                    </a:p>
                    <a:p>
                      <a:r>
                        <a:rPr lang="en-US" dirty="0" smtClean="0"/>
                        <a:t>1.00, 1.00</a:t>
                      </a:r>
                      <a:endParaRPr lang="en-US" dirty="0"/>
                    </a:p>
                  </a:txBody>
                  <a:tcPr/>
                </a:tc>
                <a:tc>
                  <a:txBody>
                    <a:bodyPr/>
                    <a:lstStyle/>
                    <a:p>
                      <a:r>
                        <a:rPr lang="en-US" dirty="0" smtClean="0"/>
                        <a:t>Precision</a:t>
                      </a:r>
                      <a:endParaRPr lang="en-US" dirty="0"/>
                    </a:p>
                  </a:txBody>
                  <a:tcPr/>
                </a:tc>
                <a:tc>
                  <a:txBody>
                    <a:bodyPr/>
                    <a:lstStyle/>
                    <a:p>
                      <a:r>
                        <a:rPr lang="en-US" dirty="0" smtClean="0"/>
                        <a:t>Recall</a:t>
                      </a:r>
                      <a:endParaRPr lang="en-US" dirty="0"/>
                    </a:p>
                  </a:txBody>
                  <a:tcPr/>
                </a:tc>
              </a:tr>
              <a:tr h="370840">
                <a:tc>
                  <a:txBody>
                    <a:bodyPr/>
                    <a:lstStyle/>
                    <a:p>
                      <a:r>
                        <a:rPr lang="en-US" dirty="0" smtClean="0"/>
                        <a:t>Class</a:t>
                      </a:r>
                      <a:r>
                        <a:rPr lang="en-US" baseline="0" dirty="0" smtClean="0"/>
                        <a:t> 0</a:t>
                      </a:r>
                      <a:endParaRPr lang="en-US" dirty="0"/>
                    </a:p>
                  </a:txBody>
                  <a:tcPr/>
                </a:tc>
                <a:tc>
                  <a:txBody>
                    <a:bodyPr/>
                    <a:lstStyle/>
                    <a:p>
                      <a:r>
                        <a:rPr lang="en-US" dirty="0" err="1" smtClean="0"/>
                        <a:t>Ori</a:t>
                      </a:r>
                      <a:r>
                        <a:rPr lang="en-US" dirty="0" smtClean="0"/>
                        <a:t>	: 1.00</a:t>
                      </a:r>
                    </a:p>
                    <a:p>
                      <a:r>
                        <a:rPr lang="en-US" dirty="0" err="1" smtClean="0"/>
                        <a:t>Sm</a:t>
                      </a:r>
                      <a:r>
                        <a:rPr lang="en-US" dirty="0" smtClean="0"/>
                        <a:t> 	: 1.00</a:t>
                      </a:r>
                    </a:p>
                  </a:txBody>
                  <a:tcPr/>
                </a:tc>
                <a:tc>
                  <a:txBody>
                    <a:bodyPr/>
                    <a:lstStyle/>
                    <a:p>
                      <a:r>
                        <a:rPr lang="en-US" dirty="0" err="1" smtClean="0"/>
                        <a:t>Ori</a:t>
                      </a:r>
                      <a:r>
                        <a:rPr lang="en-US" dirty="0" smtClean="0"/>
                        <a:t>	: 1.00</a:t>
                      </a:r>
                    </a:p>
                    <a:p>
                      <a:r>
                        <a:rPr lang="en-US" dirty="0" err="1" smtClean="0"/>
                        <a:t>Sm</a:t>
                      </a:r>
                      <a:r>
                        <a:rPr lang="en-US" dirty="0" smtClean="0"/>
                        <a:t> 	: 1.00</a:t>
                      </a:r>
                    </a:p>
                  </a:txBody>
                  <a:tcPr/>
                </a:tc>
              </a:tr>
              <a:tr h="370840">
                <a:tc>
                  <a:txBody>
                    <a:bodyPr/>
                    <a:lstStyle/>
                    <a:p>
                      <a:r>
                        <a:rPr lang="en-US" dirty="0" smtClean="0"/>
                        <a:t>Class 1</a:t>
                      </a:r>
                      <a:endParaRPr lang="en-US" dirty="0"/>
                    </a:p>
                  </a:txBody>
                  <a:tcPr/>
                </a:tc>
                <a:tc>
                  <a:txBody>
                    <a:bodyPr/>
                    <a:lstStyle/>
                    <a:p>
                      <a:r>
                        <a:rPr lang="en-US" dirty="0" err="1" smtClean="0"/>
                        <a:t>Ori</a:t>
                      </a:r>
                      <a:r>
                        <a:rPr lang="en-US" dirty="0" smtClean="0"/>
                        <a:t>	: 1.00</a:t>
                      </a:r>
                    </a:p>
                    <a:p>
                      <a:r>
                        <a:rPr lang="en-US" dirty="0" err="1" smtClean="0"/>
                        <a:t>Sm</a:t>
                      </a:r>
                      <a:r>
                        <a:rPr lang="en-US" dirty="0" smtClean="0"/>
                        <a:t> 	: 1.00</a:t>
                      </a:r>
                    </a:p>
                  </a:txBody>
                  <a:tcPr/>
                </a:tc>
                <a:tc>
                  <a:txBody>
                    <a:bodyPr/>
                    <a:lstStyle/>
                    <a:p>
                      <a:r>
                        <a:rPr lang="en-US" dirty="0" err="1" smtClean="0"/>
                        <a:t>Ori</a:t>
                      </a:r>
                      <a:r>
                        <a:rPr lang="en-US" dirty="0" smtClean="0"/>
                        <a:t>	: 0.99</a:t>
                      </a:r>
                    </a:p>
                    <a:p>
                      <a:r>
                        <a:rPr lang="en-US" dirty="0" err="1" smtClean="0"/>
                        <a:t>Sm</a:t>
                      </a:r>
                      <a:r>
                        <a:rPr lang="en-US" dirty="0" smtClean="0"/>
                        <a:t> 	: 1.00</a:t>
                      </a:r>
                    </a:p>
                  </a:txBody>
                  <a:tcPr/>
                </a:tc>
              </a:tr>
            </a:tbl>
          </a:graphicData>
        </a:graphic>
      </p:graphicFrame>
      <p:graphicFrame>
        <p:nvGraphicFramePr>
          <p:cNvPr id="8" name="Content Placeholder 3"/>
          <p:cNvGraphicFramePr>
            <a:graphicFrameLocks/>
          </p:cNvGraphicFramePr>
          <p:nvPr>
            <p:extLst>
              <p:ext uri="{D42A27DB-BD31-4B8C-83A1-F6EECF244321}">
                <p14:modId xmlns:p14="http://schemas.microsoft.com/office/powerpoint/2010/main" val="1613483155"/>
              </p:ext>
            </p:extLst>
          </p:nvPr>
        </p:nvGraphicFramePr>
        <p:xfrm>
          <a:off x="609600" y="4164037"/>
          <a:ext cx="5200356" cy="2468880"/>
        </p:xfrm>
        <a:graphic>
          <a:graphicData uri="http://schemas.openxmlformats.org/drawingml/2006/table">
            <a:tbl>
              <a:tblPr firstRow="1" bandRow="1">
                <a:tableStyleId>{5C22544A-7EE6-4342-B048-85BDC9FD1C3A}</a:tableStyleId>
              </a:tblPr>
              <a:tblGrid>
                <a:gridCol w="1733452"/>
                <a:gridCol w="1733452"/>
                <a:gridCol w="1733452"/>
              </a:tblGrid>
              <a:tr h="370840">
                <a:tc>
                  <a:txBody>
                    <a:bodyPr/>
                    <a:lstStyle/>
                    <a:p>
                      <a:r>
                        <a:rPr lang="en-US" dirty="0" smtClean="0"/>
                        <a:t>Random Forest C.</a:t>
                      </a:r>
                    </a:p>
                    <a:p>
                      <a:r>
                        <a:rPr lang="en-US" dirty="0" smtClean="0"/>
                        <a:t>Accuracy = </a:t>
                      </a:r>
                    </a:p>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1.00, 1.00</a:t>
                      </a:r>
                    </a:p>
                  </a:txBody>
                  <a:tcPr/>
                </a:tc>
                <a:tc>
                  <a:txBody>
                    <a:bodyPr/>
                    <a:lstStyle/>
                    <a:p>
                      <a:r>
                        <a:rPr lang="en-US" dirty="0" smtClean="0"/>
                        <a:t>Precision</a:t>
                      </a:r>
                      <a:endParaRPr lang="en-US" dirty="0"/>
                    </a:p>
                  </a:txBody>
                  <a:tcPr/>
                </a:tc>
                <a:tc>
                  <a:txBody>
                    <a:bodyPr/>
                    <a:lstStyle/>
                    <a:p>
                      <a:r>
                        <a:rPr lang="en-US" dirty="0" smtClean="0"/>
                        <a:t>Recall</a:t>
                      </a:r>
                      <a:endParaRPr lang="en-US" dirty="0"/>
                    </a:p>
                  </a:txBody>
                  <a:tcPr/>
                </a:tc>
              </a:tr>
              <a:tr h="370840">
                <a:tc>
                  <a:txBody>
                    <a:bodyPr/>
                    <a:lstStyle/>
                    <a:p>
                      <a:r>
                        <a:rPr lang="en-US" dirty="0" smtClean="0"/>
                        <a:t>Class</a:t>
                      </a:r>
                      <a:r>
                        <a:rPr lang="en-US" baseline="0" dirty="0" smtClean="0"/>
                        <a:t> 0</a:t>
                      </a:r>
                      <a:endParaRPr lang="en-US" dirty="0"/>
                    </a:p>
                  </a:txBody>
                  <a:tcPr/>
                </a:tc>
                <a:tc>
                  <a:txBody>
                    <a:bodyPr/>
                    <a:lstStyle/>
                    <a:p>
                      <a:r>
                        <a:rPr lang="en-US" dirty="0" err="1" smtClean="0"/>
                        <a:t>Ori</a:t>
                      </a:r>
                      <a:r>
                        <a:rPr lang="en-US" dirty="0" smtClean="0"/>
                        <a:t>	: 1.00</a:t>
                      </a:r>
                    </a:p>
                    <a:p>
                      <a:r>
                        <a:rPr lang="en-US" dirty="0" err="1" smtClean="0"/>
                        <a:t>Sm</a:t>
                      </a:r>
                      <a:r>
                        <a:rPr lang="en-US" dirty="0" smtClean="0"/>
                        <a:t> 	: 1.00</a:t>
                      </a:r>
                    </a:p>
                  </a:txBody>
                  <a:tcPr/>
                </a:tc>
                <a:tc>
                  <a:txBody>
                    <a:bodyPr/>
                    <a:lstStyle/>
                    <a:p>
                      <a:r>
                        <a:rPr lang="en-US" dirty="0" err="1" smtClean="0"/>
                        <a:t>Ori</a:t>
                      </a:r>
                      <a:r>
                        <a:rPr lang="en-US" dirty="0" smtClean="0"/>
                        <a:t>	: 1.00</a:t>
                      </a:r>
                    </a:p>
                    <a:p>
                      <a:r>
                        <a:rPr lang="en-US" dirty="0" err="1" smtClean="0"/>
                        <a:t>Sm</a:t>
                      </a:r>
                      <a:r>
                        <a:rPr lang="en-US" dirty="0" smtClean="0"/>
                        <a:t> 	: 1.00</a:t>
                      </a:r>
                    </a:p>
                  </a:txBody>
                  <a:tcPr/>
                </a:tc>
              </a:tr>
              <a:tr h="370840">
                <a:tc>
                  <a:txBody>
                    <a:bodyPr/>
                    <a:lstStyle/>
                    <a:p>
                      <a:r>
                        <a:rPr lang="en-US" dirty="0" smtClean="0"/>
                        <a:t>Class 1</a:t>
                      </a:r>
                      <a:endParaRPr lang="en-US" dirty="0"/>
                    </a:p>
                  </a:txBody>
                  <a:tcPr/>
                </a:tc>
                <a:tc>
                  <a:txBody>
                    <a:bodyPr/>
                    <a:lstStyle/>
                    <a:p>
                      <a:r>
                        <a:rPr lang="en-US" dirty="0" err="1" smtClean="0"/>
                        <a:t>Ori</a:t>
                      </a:r>
                      <a:r>
                        <a:rPr lang="en-US" dirty="0" smtClean="0"/>
                        <a:t>	: 1.00</a:t>
                      </a:r>
                    </a:p>
                    <a:p>
                      <a:r>
                        <a:rPr lang="en-US" dirty="0" err="1" smtClean="0"/>
                        <a:t>Sm</a:t>
                      </a:r>
                      <a:r>
                        <a:rPr lang="en-US" dirty="0" smtClean="0"/>
                        <a:t> 	: 1.00</a:t>
                      </a:r>
                    </a:p>
                  </a:txBody>
                  <a:tcPr/>
                </a:tc>
                <a:tc>
                  <a:txBody>
                    <a:bodyPr/>
                    <a:lstStyle/>
                    <a:p>
                      <a:r>
                        <a:rPr lang="en-US" dirty="0" err="1" smtClean="0"/>
                        <a:t>Ori</a:t>
                      </a:r>
                      <a:r>
                        <a:rPr lang="en-US" dirty="0" smtClean="0"/>
                        <a:t>	: 0.99</a:t>
                      </a:r>
                    </a:p>
                    <a:p>
                      <a:r>
                        <a:rPr lang="en-US" dirty="0" err="1" smtClean="0"/>
                        <a:t>Sm</a:t>
                      </a:r>
                      <a:r>
                        <a:rPr lang="en-US" dirty="0" smtClean="0"/>
                        <a:t> 	: 1.00</a:t>
                      </a:r>
                    </a:p>
                  </a:txBody>
                  <a:tcPr/>
                </a:tc>
              </a:tr>
            </a:tbl>
          </a:graphicData>
        </a:graphic>
      </p:graphicFrame>
      <p:graphicFrame>
        <p:nvGraphicFramePr>
          <p:cNvPr id="9" name="Content Placeholder 3"/>
          <p:cNvGraphicFramePr>
            <a:graphicFrameLocks/>
          </p:cNvGraphicFramePr>
          <p:nvPr>
            <p:extLst>
              <p:ext uri="{D42A27DB-BD31-4B8C-83A1-F6EECF244321}">
                <p14:modId xmlns:p14="http://schemas.microsoft.com/office/powerpoint/2010/main" val="79029127"/>
              </p:ext>
            </p:extLst>
          </p:nvPr>
        </p:nvGraphicFramePr>
        <p:xfrm>
          <a:off x="6382044" y="4172244"/>
          <a:ext cx="5200356" cy="2468880"/>
        </p:xfrm>
        <a:graphic>
          <a:graphicData uri="http://schemas.openxmlformats.org/drawingml/2006/table">
            <a:tbl>
              <a:tblPr firstRow="1" bandRow="1">
                <a:tableStyleId>{5C22544A-7EE6-4342-B048-85BDC9FD1C3A}</a:tableStyleId>
              </a:tblPr>
              <a:tblGrid>
                <a:gridCol w="1733452"/>
                <a:gridCol w="1733452"/>
                <a:gridCol w="1733452"/>
              </a:tblGrid>
              <a:tr h="370840">
                <a:tc>
                  <a:txBody>
                    <a:bodyPr/>
                    <a:lstStyle/>
                    <a:p>
                      <a:r>
                        <a:rPr lang="en-US" dirty="0" smtClean="0"/>
                        <a:t>Gradient Boosting</a:t>
                      </a:r>
                    </a:p>
                    <a:p>
                      <a:r>
                        <a:rPr lang="en-US" dirty="0" smtClean="0"/>
                        <a:t>Accuracy = </a:t>
                      </a:r>
                    </a:p>
                    <a:p>
                      <a:r>
                        <a:rPr lang="en-US" dirty="0" smtClean="0"/>
                        <a:t>0.76, 0.82</a:t>
                      </a:r>
                      <a:endParaRPr lang="en-US" dirty="0"/>
                    </a:p>
                  </a:txBody>
                  <a:tcPr/>
                </a:tc>
                <a:tc>
                  <a:txBody>
                    <a:bodyPr/>
                    <a:lstStyle/>
                    <a:p>
                      <a:r>
                        <a:rPr lang="en-US" dirty="0" smtClean="0"/>
                        <a:t>Precision</a:t>
                      </a:r>
                      <a:endParaRPr lang="en-US" dirty="0"/>
                    </a:p>
                  </a:txBody>
                  <a:tcPr/>
                </a:tc>
                <a:tc>
                  <a:txBody>
                    <a:bodyPr/>
                    <a:lstStyle/>
                    <a:p>
                      <a:r>
                        <a:rPr lang="en-US" dirty="0" smtClean="0"/>
                        <a:t>Recall</a:t>
                      </a:r>
                      <a:endParaRPr lang="en-US" dirty="0"/>
                    </a:p>
                  </a:txBody>
                  <a:tcPr/>
                </a:tc>
              </a:tr>
              <a:tr h="370840">
                <a:tc>
                  <a:txBody>
                    <a:bodyPr/>
                    <a:lstStyle/>
                    <a:p>
                      <a:r>
                        <a:rPr lang="en-US" dirty="0" smtClean="0"/>
                        <a:t>Class</a:t>
                      </a:r>
                      <a:r>
                        <a:rPr lang="en-US" baseline="0" dirty="0" smtClean="0"/>
                        <a:t> 0</a:t>
                      </a:r>
                      <a:endParaRPr lang="en-US" dirty="0"/>
                    </a:p>
                  </a:txBody>
                  <a:tcPr/>
                </a:tc>
                <a:tc>
                  <a:txBody>
                    <a:bodyPr/>
                    <a:lstStyle/>
                    <a:p>
                      <a:r>
                        <a:rPr lang="en-US" dirty="0" err="1" smtClean="0"/>
                        <a:t>Ori</a:t>
                      </a:r>
                      <a:r>
                        <a:rPr lang="en-US" dirty="0" smtClean="0"/>
                        <a:t>	: 0.73</a:t>
                      </a:r>
                    </a:p>
                    <a:p>
                      <a:r>
                        <a:rPr lang="en-US" dirty="0" err="1" smtClean="0"/>
                        <a:t>Sm</a:t>
                      </a:r>
                      <a:r>
                        <a:rPr lang="en-US" dirty="0" smtClean="0"/>
                        <a:t> 	: 0.82</a:t>
                      </a:r>
                      <a:endParaRPr lang="en-US" dirty="0"/>
                    </a:p>
                  </a:txBody>
                  <a:tcPr/>
                </a:tc>
                <a:tc>
                  <a:txBody>
                    <a:bodyPr/>
                    <a:lstStyle/>
                    <a:p>
                      <a:r>
                        <a:rPr lang="en-US" dirty="0" err="1" smtClean="0"/>
                        <a:t>Ori</a:t>
                      </a:r>
                      <a:r>
                        <a:rPr lang="en-US" dirty="0" smtClean="0"/>
                        <a:t>	: 1.00</a:t>
                      </a:r>
                    </a:p>
                    <a:p>
                      <a:r>
                        <a:rPr lang="en-US" dirty="0" err="1" smtClean="0"/>
                        <a:t>Sm</a:t>
                      </a:r>
                      <a:r>
                        <a:rPr lang="en-US" dirty="0" smtClean="0"/>
                        <a:t> 	: 0.82</a:t>
                      </a:r>
                    </a:p>
                  </a:txBody>
                  <a:tcPr/>
                </a:tc>
              </a:tr>
              <a:tr h="370840">
                <a:tc>
                  <a:txBody>
                    <a:bodyPr/>
                    <a:lstStyle/>
                    <a:p>
                      <a:r>
                        <a:rPr lang="en-US" dirty="0" smtClean="0"/>
                        <a:t>Class 1</a:t>
                      </a:r>
                      <a:endParaRPr lang="en-US" dirty="0"/>
                    </a:p>
                  </a:txBody>
                  <a:tcPr/>
                </a:tc>
                <a:tc>
                  <a:txBody>
                    <a:bodyPr/>
                    <a:lstStyle/>
                    <a:p>
                      <a:r>
                        <a:rPr lang="en-US" dirty="0" err="1" smtClean="0"/>
                        <a:t>Ori</a:t>
                      </a:r>
                      <a:r>
                        <a:rPr lang="en-US" dirty="0" smtClean="0"/>
                        <a:t>	: 1.00</a:t>
                      </a:r>
                    </a:p>
                    <a:p>
                      <a:r>
                        <a:rPr lang="en-US" dirty="0" err="1" smtClean="0"/>
                        <a:t>Sm</a:t>
                      </a:r>
                      <a:r>
                        <a:rPr lang="en-US" dirty="0" smtClean="0"/>
                        <a:t> 	: 0.82</a:t>
                      </a:r>
                    </a:p>
                  </a:txBody>
                  <a:tcPr/>
                </a:tc>
                <a:tc>
                  <a:txBody>
                    <a:bodyPr/>
                    <a:lstStyle/>
                    <a:p>
                      <a:r>
                        <a:rPr lang="en-US" dirty="0" err="1" smtClean="0"/>
                        <a:t>Ori</a:t>
                      </a:r>
                      <a:r>
                        <a:rPr lang="en-US" dirty="0" smtClean="0"/>
                        <a:t>	: 0.37</a:t>
                      </a:r>
                    </a:p>
                    <a:p>
                      <a:r>
                        <a:rPr lang="en-US" dirty="0" err="1" smtClean="0"/>
                        <a:t>Sm</a:t>
                      </a:r>
                      <a:r>
                        <a:rPr lang="en-US" dirty="0" smtClean="0"/>
                        <a:t> 	: 0.82</a:t>
                      </a:r>
                    </a:p>
                  </a:txBody>
                  <a:tcPr/>
                </a:tc>
              </a:tr>
            </a:tbl>
          </a:graphicData>
        </a:graphic>
      </p:graphicFrame>
    </p:spTree>
    <p:extLst>
      <p:ext uri="{BB962C8B-B14F-4D97-AF65-F5344CB8AC3E}">
        <p14:creationId xmlns:p14="http://schemas.microsoft.com/office/powerpoint/2010/main" val="465999596"/>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147402"/>
            <a:ext cx="10972800" cy="1143000"/>
          </a:xfrm>
        </p:spPr>
        <p:txBody>
          <a:bodyPr/>
          <a:lstStyle/>
          <a:p>
            <a:r>
              <a:rPr lang="en-US" dirty="0" err="1" smtClean="0"/>
              <a:t>XGBoost</a:t>
            </a:r>
            <a:endParaRPr lang="en-US" dirty="0"/>
          </a:p>
        </p:txBody>
      </p:sp>
      <p:sp>
        <p:nvSpPr>
          <p:cNvPr id="3" name="Content Placeholder 2"/>
          <p:cNvSpPr>
            <a:spLocks noGrp="1"/>
          </p:cNvSpPr>
          <p:nvPr>
            <p:ph idx="1"/>
          </p:nvPr>
        </p:nvSpPr>
        <p:spPr/>
        <p:txBody>
          <a:bodyPr/>
          <a:lstStyle/>
          <a:p>
            <a:endParaRPr lang="en-US"/>
          </a:p>
        </p:txBody>
      </p:sp>
      <p:graphicFrame>
        <p:nvGraphicFramePr>
          <p:cNvPr id="4" name="Content Placeholder 3"/>
          <p:cNvGraphicFramePr>
            <a:graphicFrameLocks/>
          </p:cNvGraphicFramePr>
          <p:nvPr>
            <p:extLst>
              <p:ext uri="{D42A27DB-BD31-4B8C-83A1-F6EECF244321}">
                <p14:modId xmlns:p14="http://schemas.microsoft.com/office/powerpoint/2010/main" val="1288776598"/>
              </p:ext>
            </p:extLst>
          </p:nvPr>
        </p:nvGraphicFramePr>
        <p:xfrm>
          <a:off x="609600" y="756138"/>
          <a:ext cx="5200356" cy="3017520"/>
        </p:xfrm>
        <a:graphic>
          <a:graphicData uri="http://schemas.openxmlformats.org/drawingml/2006/table">
            <a:tbl>
              <a:tblPr firstRow="1" bandRow="1">
                <a:tableStyleId>{5C22544A-7EE6-4342-B048-85BDC9FD1C3A}</a:tableStyleId>
              </a:tblPr>
              <a:tblGrid>
                <a:gridCol w="1733452"/>
                <a:gridCol w="1733452"/>
                <a:gridCol w="1733452"/>
              </a:tblGrid>
              <a:tr h="370840">
                <a:tc>
                  <a:txBody>
                    <a:bodyPr/>
                    <a:lstStyle/>
                    <a:p>
                      <a:r>
                        <a:rPr lang="en-US" dirty="0" err="1" smtClean="0"/>
                        <a:t>Drop_NonCat</a:t>
                      </a:r>
                      <a:endParaRPr lang="en-US" dirty="0" smtClean="0"/>
                    </a:p>
                    <a:p>
                      <a:r>
                        <a:rPr lang="en-US" dirty="0" smtClean="0"/>
                        <a:t>Accuracy = </a:t>
                      </a:r>
                    </a:p>
                    <a:p>
                      <a:r>
                        <a:rPr lang="en-US" dirty="0" smtClean="0"/>
                        <a:t>0.85, 0.87, 0.84</a:t>
                      </a:r>
                      <a:endParaRPr lang="en-US" dirty="0"/>
                    </a:p>
                  </a:txBody>
                  <a:tcPr/>
                </a:tc>
                <a:tc>
                  <a:txBody>
                    <a:bodyPr/>
                    <a:lstStyle/>
                    <a:p>
                      <a:r>
                        <a:rPr lang="en-US" dirty="0" smtClean="0"/>
                        <a:t>Precision</a:t>
                      </a:r>
                      <a:endParaRPr lang="en-US" dirty="0"/>
                    </a:p>
                  </a:txBody>
                  <a:tcPr/>
                </a:tc>
                <a:tc>
                  <a:txBody>
                    <a:bodyPr/>
                    <a:lstStyle/>
                    <a:p>
                      <a:r>
                        <a:rPr lang="en-US" dirty="0" smtClean="0"/>
                        <a:t>Recall</a:t>
                      </a:r>
                      <a:endParaRPr lang="en-US" dirty="0"/>
                    </a:p>
                  </a:txBody>
                  <a:tcPr/>
                </a:tc>
              </a:tr>
              <a:tr h="370840">
                <a:tc>
                  <a:txBody>
                    <a:bodyPr/>
                    <a:lstStyle/>
                    <a:p>
                      <a:r>
                        <a:rPr lang="en-US" dirty="0" smtClean="0"/>
                        <a:t>Class</a:t>
                      </a:r>
                      <a:r>
                        <a:rPr lang="en-US" baseline="0" dirty="0" smtClean="0"/>
                        <a:t> 0</a:t>
                      </a:r>
                      <a:endParaRPr lang="en-US" dirty="0"/>
                    </a:p>
                  </a:txBody>
                  <a:tcPr/>
                </a:tc>
                <a:tc>
                  <a:txBody>
                    <a:bodyPr/>
                    <a:lstStyle/>
                    <a:p>
                      <a:r>
                        <a:rPr lang="en-US" dirty="0" err="1" smtClean="0"/>
                        <a:t>Ori</a:t>
                      </a:r>
                      <a:r>
                        <a:rPr lang="en-US" dirty="0" smtClean="0"/>
                        <a:t>	: 0.85</a:t>
                      </a:r>
                    </a:p>
                    <a:p>
                      <a:r>
                        <a:rPr lang="en-US" dirty="0" err="1" smtClean="0"/>
                        <a:t>Sm</a:t>
                      </a:r>
                      <a:r>
                        <a:rPr lang="en-US" dirty="0" smtClean="0"/>
                        <a:t> 	: 0.85</a:t>
                      </a:r>
                    </a:p>
                    <a:p>
                      <a:r>
                        <a:rPr lang="en-US" dirty="0" smtClean="0"/>
                        <a:t>OS	: 0.88</a:t>
                      </a:r>
                      <a:endParaRPr lang="en-US" dirty="0"/>
                    </a:p>
                  </a:txBody>
                  <a:tcPr/>
                </a:tc>
                <a:tc>
                  <a:txBody>
                    <a:bodyPr/>
                    <a:lstStyle/>
                    <a:p>
                      <a:r>
                        <a:rPr lang="en-US" dirty="0" err="1" smtClean="0"/>
                        <a:t>Ori</a:t>
                      </a:r>
                      <a:r>
                        <a:rPr lang="en-US" dirty="0" smtClean="0"/>
                        <a:t>	: 0.92</a:t>
                      </a:r>
                    </a:p>
                    <a:p>
                      <a:r>
                        <a:rPr lang="en-US" dirty="0" err="1" smtClean="0"/>
                        <a:t>Sm</a:t>
                      </a:r>
                      <a:r>
                        <a:rPr lang="en-US" dirty="0" smtClean="0"/>
                        <a:t> 	: 0.89</a:t>
                      </a:r>
                    </a:p>
                    <a:p>
                      <a:r>
                        <a:rPr lang="en-US" dirty="0" smtClean="0"/>
                        <a:t>OS	: 0.86</a:t>
                      </a:r>
                    </a:p>
                  </a:txBody>
                  <a:tcPr/>
                </a:tc>
              </a:tr>
              <a:tr h="370840">
                <a:tc>
                  <a:txBody>
                    <a:bodyPr/>
                    <a:lstStyle/>
                    <a:p>
                      <a:r>
                        <a:rPr lang="en-US" dirty="0" smtClean="0"/>
                        <a:t>Class 1</a:t>
                      </a:r>
                      <a:endParaRPr lang="en-US" dirty="0"/>
                    </a:p>
                  </a:txBody>
                  <a:tcPr/>
                </a:tc>
                <a:tc>
                  <a:txBody>
                    <a:bodyPr/>
                    <a:lstStyle/>
                    <a:p>
                      <a:r>
                        <a:rPr lang="en-US" dirty="0" err="1" smtClean="0"/>
                        <a:t>Ori</a:t>
                      </a:r>
                      <a:r>
                        <a:rPr lang="en-US" dirty="0" smtClean="0"/>
                        <a:t>	: 0.84</a:t>
                      </a:r>
                    </a:p>
                    <a:p>
                      <a:r>
                        <a:rPr lang="en-US" dirty="0" err="1" smtClean="0"/>
                        <a:t>Sm</a:t>
                      </a:r>
                      <a:r>
                        <a:rPr lang="en-US" dirty="0" smtClean="0"/>
                        <a:t> 	: 0.89</a:t>
                      </a:r>
                    </a:p>
                    <a:p>
                      <a:r>
                        <a:rPr lang="en-US" dirty="0" smtClean="0"/>
                        <a:t>OS	: 0.77</a:t>
                      </a:r>
                    </a:p>
                  </a:txBody>
                  <a:tcPr/>
                </a:tc>
                <a:tc>
                  <a:txBody>
                    <a:bodyPr/>
                    <a:lstStyle/>
                    <a:p>
                      <a:r>
                        <a:rPr lang="en-US" dirty="0" err="1" smtClean="0"/>
                        <a:t>Ori</a:t>
                      </a:r>
                      <a:r>
                        <a:rPr lang="en-US" dirty="0" smtClean="0"/>
                        <a:t>	: 0.73</a:t>
                      </a:r>
                    </a:p>
                    <a:p>
                      <a:r>
                        <a:rPr lang="en-US" dirty="0" err="1" smtClean="0"/>
                        <a:t>Sm</a:t>
                      </a:r>
                      <a:r>
                        <a:rPr lang="en-US" dirty="0" smtClean="0"/>
                        <a:t> 	: 0.85</a:t>
                      </a:r>
                    </a:p>
                    <a:p>
                      <a:r>
                        <a:rPr lang="en-US" dirty="0" smtClean="0"/>
                        <a:t>OS	: 0.81</a:t>
                      </a:r>
                    </a:p>
                  </a:txBody>
                  <a:tcPr/>
                </a:tc>
              </a:tr>
            </a:tbl>
          </a:graphicData>
        </a:graphic>
      </p:graphicFrame>
      <p:graphicFrame>
        <p:nvGraphicFramePr>
          <p:cNvPr id="6" name="Content Placeholder 3"/>
          <p:cNvGraphicFramePr>
            <a:graphicFrameLocks/>
          </p:cNvGraphicFramePr>
          <p:nvPr>
            <p:extLst>
              <p:ext uri="{D42A27DB-BD31-4B8C-83A1-F6EECF244321}">
                <p14:modId xmlns:p14="http://schemas.microsoft.com/office/powerpoint/2010/main" val="2961896642"/>
              </p:ext>
            </p:extLst>
          </p:nvPr>
        </p:nvGraphicFramePr>
        <p:xfrm>
          <a:off x="6382044" y="756138"/>
          <a:ext cx="5200356" cy="3017520"/>
        </p:xfrm>
        <a:graphic>
          <a:graphicData uri="http://schemas.openxmlformats.org/drawingml/2006/table">
            <a:tbl>
              <a:tblPr firstRow="1" bandRow="1">
                <a:tableStyleId>{5C22544A-7EE6-4342-B048-85BDC9FD1C3A}</a:tableStyleId>
              </a:tblPr>
              <a:tblGrid>
                <a:gridCol w="1733452"/>
                <a:gridCol w="1733452"/>
                <a:gridCol w="1733452"/>
              </a:tblGrid>
              <a:tr h="370840">
                <a:tc>
                  <a:txBody>
                    <a:bodyPr/>
                    <a:lstStyle/>
                    <a:p>
                      <a:r>
                        <a:rPr lang="en-US" dirty="0" err="1" smtClean="0"/>
                        <a:t>Drop_Cat</a:t>
                      </a:r>
                      <a:endParaRPr lang="en-US" dirty="0" smtClean="0"/>
                    </a:p>
                    <a:p>
                      <a:r>
                        <a:rPr lang="en-US" dirty="0" smtClean="0"/>
                        <a:t>Accuracy = </a:t>
                      </a:r>
                    </a:p>
                    <a:p>
                      <a:r>
                        <a:rPr lang="en-US" dirty="0" smtClean="0"/>
                        <a:t>0.85, 0.87, 0.84</a:t>
                      </a:r>
                      <a:endParaRPr lang="en-US" dirty="0"/>
                    </a:p>
                  </a:txBody>
                  <a:tcPr/>
                </a:tc>
                <a:tc>
                  <a:txBody>
                    <a:bodyPr/>
                    <a:lstStyle/>
                    <a:p>
                      <a:r>
                        <a:rPr lang="en-US" dirty="0" smtClean="0"/>
                        <a:t>Precision</a:t>
                      </a:r>
                      <a:endParaRPr lang="en-US" dirty="0"/>
                    </a:p>
                  </a:txBody>
                  <a:tcPr/>
                </a:tc>
                <a:tc>
                  <a:txBody>
                    <a:bodyPr/>
                    <a:lstStyle/>
                    <a:p>
                      <a:r>
                        <a:rPr lang="en-US" dirty="0" smtClean="0"/>
                        <a:t>Recall</a:t>
                      </a:r>
                      <a:endParaRPr lang="en-US" dirty="0"/>
                    </a:p>
                  </a:txBody>
                  <a:tcPr/>
                </a:tc>
              </a:tr>
              <a:tr h="370840">
                <a:tc>
                  <a:txBody>
                    <a:bodyPr/>
                    <a:lstStyle/>
                    <a:p>
                      <a:r>
                        <a:rPr lang="en-US" dirty="0" smtClean="0"/>
                        <a:t>Class</a:t>
                      </a:r>
                      <a:r>
                        <a:rPr lang="en-US" baseline="0" dirty="0" smtClean="0"/>
                        <a:t> 0</a:t>
                      </a:r>
                      <a:endParaRPr lang="en-US" dirty="0"/>
                    </a:p>
                  </a:txBody>
                  <a:tcPr/>
                </a:tc>
                <a:tc>
                  <a:txBody>
                    <a:bodyPr/>
                    <a:lstStyle/>
                    <a:p>
                      <a:r>
                        <a:rPr lang="en-US" dirty="0" err="1" smtClean="0"/>
                        <a:t>Ori</a:t>
                      </a:r>
                      <a:r>
                        <a:rPr lang="en-US" dirty="0" smtClean="0"/>
                        <a:t>	: 0.85</a:t>
                      </a:r>
                    </a:p>
                    <a:p>
                      <a:r>
                        <a:rPr lang="en-US" dirty="0" err="1" smtClean="0"/>
                        <a:t>Sm</a:t>
                      </a:r>
                      <a:r>
                        <a:rPr lang="en-US" dirty="0" smtClean="0"/>
                        <a:t> 	: 0.85</a:t>
                      </a:r>
                    </a:p>
                    <a:p>
                      <a:r>
                        <a:rPr lang="en-US" dirty="0" smtClean="0"/>
                        <a:t>OS	: 0.88</a:t>
                      </a:r>
                      <a:endParaRPr lang="en-US" dirty="0"/>
                    </a:p>
                  </a:txBody>
                  <a:tcPr/>
                </a:tc>
                <a:tc>
                  <a:txBody>
                    <a:bodyPr/>
                    <a:lstStyle/>
                    <a:p>
                      <a:r>
                        <a:rPr lang="en-US" dirty="0" err="1" smtClean="0"/>
                        <a:t>Ori</a:t>
                      </a:r>
                      <a:r>
                        <a:rPr lang="en-US" dirty="0" smtClean="0"/>
                        <a:t>	: 0.91</a:t>
                      </a:r>
                    </a:p>
                    <a:p>
                      <a:r>
                        <a:rPr lang="en-US" dirty="0" err="1" smtClean="0"/>
                        <a:t>Sm</a:t>
                      </a:r>
                      <a:r>
                        <a:rPr lang="en-US" dirty="0" smtClean="0"/>
                        <a:t> 	: 0.89</a:t>
                      </a:r>
                    </a:p>
                    <a:p>
                      <a:r>
                        <a:rPr lang="en-US" dirty="0" smtClean="0"/>
                        <a:t>OS	: 0.85</a:t>
                      </a:r>
                    </a:p>
                  </a:txBody>
                  <a:tcPr/>
                </a:tc>
              </a:tr>
              <a:tr h="370840">
                <a:tc>
                  <a:txBody>
                    <a:bodyPr/>
                    <a:lstStyle/>
                    <a:p>
                      <a:r>
                        <a:rPr lang="en-US" dirty="0" smtClean="0"/>
                        <a:t>Class 1</a:t>
                      </a:r>
                      <a:endParaRPr lang="en-US" dirty="0"/>
                    </a:p>
                  </a:txBody>
                  <a:tcPr/>
                </a:tc>
                <a:tc>
                  <a:txBody>
                    <a:bodyPr/>
                    <a:lstStyle/>
                    <a:p>
                      <a:r>
                        <a:rPr lang="en-US" dirty="0" err="1" smtClean="0"/>
                        <a:t>Ori</a:t>
                      </a:r>
                      <a:r>
                        <a:rPr lang="en-US" dirty="0" smtClean="0"/>
                        <a:t>	: 0.83</a:t>
                      </a:r>
                    </a:p>
                    <a:p>
                      <a:r>
                        <a:rPr lang="en-US" dirty="0" err="1" smtClean="0"/>
                        <a:t>Sm</a:t>
                      </a:r>
                      <a:r>
                        <a:rPr lang="en-US" dirty="0" smtClean="0"/>
                        <a:t> 	: 0.88</a:t>
                      </a:r>
                    </a:p>
                    <a:p>
                      <a:r>
                        <a:rPr lang="en-US" dirty="0" smtClean="0"/>
                        <a:t>OS	: 0.77</a:t>
                      </a:r>
                    </a:p>
                  </a:txBody>
                  <a:tcPr/>
                </a:tc>
                <a:tc>
                  <a:txBody>
                    <a:bodyPr/>
                    <a:lstStyle/>
                    <a:p>
                      <a:r>
                        <a:rPr lang="en-US" dirty="0" err="1" smtClean="0"/>
                        <a:t>Ori</a:t>
                      </a:r>
                      <a:r>
                        <a:rPr lang="en-US" dirty="0" smtClean="0"/>
                        <a:t>	: 0.73</a:t>
                      </a:r>
                    </a:p>
                    <a:p>
                      <a:r>
                        <a:rPr lang="en-US" dirty="0" err="1" smtClean="0"/>
                        <a:t>Sm</a:t>
                      </a:r>
                      <a:r>
                        <a:rPr lang="en-US" dirty="0" smtClean="0"/>
                        <a:t> 	: 0.85</a:t>
                      </a:r>
                    </a:p>
                    <a:p>
                      <a:r>
                        <a:rPr lang="en-US" dirty="0" smtClean="0"/>
                        <a:t>OS	: 0.81</a:t>
                      </a:r>
                    </a:p>
                  </a:txBody>
                  <a:tcPr/>
                </a:tc>
              </a:tr>
            </a:tbl>
          </a:graphicData>
        </a:graphic>
      </p:graphicFrame>
      <p:graphicFrame>
        <p:nvGraphicFramePr>
          <p:cNvPr id="8" name="Content Placeholder 3"/>
          <p:cNvGraphicFramePr>
            <a:graphicFrameLocks/>
          </p:cNvGraphicFramePr>
          <p:nvPr>
            <p:extLst>
              <p:ext uri="{D42A27DB-BD31-4B8C-83A1-F6EECF244321}">
                <p14:modId xmlns:p14="http://schemas.microsoft.com/office/powerpoint/2010/main" val="4179590339"/>
              </p:ext>
            </p:extLst>
          </p:nvPr>
        </p:nvGraphicFramePr>
        <p:xfrm>
          <a:off x="609600" y="3840480"/>
          <a:ext cx="5200356" cy="3017520"/>
        </p:xfrm>
        <a:graphic>
          <a:graphicData uri="http://schemas.openxmlformats.org/drawingml/2006/table">
            <a:tbl>
              <a:tblPr firstRow="1" bandRow="1">
                <a:tableStyleId>{5C22544A-7EE6-4342-B048-85BDC9FD1C3A}</a:tableStyleId>
              </a:tblPr>
              <a:tblGrid>
                <a:gridCol w="1733452"/>
                <a:gridCol w="1733452"/>
                <a:gridCol w="1733452"/>
              </a:tblGrid>
              <a:tr h="370840">
                <a:tc>
                  <a:txBody>
                    <a:bodyPr/>
                    <a:lstStyle/>
                    <a:p>
                      <a:r>
                        <a:rPr lang="en-US" dirty="0" err="1" smtClean="0"/>
                        <a:t>fillna_NonCat</a:t>
                      </a:r>
                      <a:endParaRPr lang="en-US" dirty="0" smtClean="0"/>
                    </a:p>
                    <a:p>
                      <a:r>
                        <a:rPr lang="en-US" dirty="0" smtClean="0"/>
                        <a:t>Accuracy = </a:t>
                      </a:r>
                    </a:p>
                    <a:p>
                      <a:r>
                        <a:rPr lang="en-US" dirty="0" smtClean="0"/>
                        <a:t>0.86, 0.87, 0.85</a:t>
                      </a:r>
                      <a:endParaRPr lang="en-US" dirty="0"/>
                    </a:p>
                  </a:txBody>
                  <a:tcPr/>
                </a:tc>
                <a:tc>
                  <a:txBody>
                    <a:bodyPr/>
                    <a:lstStyle/>
                    <a:p>
                      <a:r>
                        <a:rPr lang="en-US" dirty="0" smtClean="0"/>
                        <a:t>Precision</a:t>
                      </a:r>
                      <a:endParaRPr lang="en-US" dirty="0"/>
                    </a:p>
                  </a:txBody>
                  <a:tcPr/>
                </a:tc>
                <a:tc>
                  <a:txBody>
                    <a:bodyPr/>
                    <a:lstStyle/>
                    <a:p>
                      <a:r>
                        <a:rPr lang="en-US" dirty="0" smtClean="0"/>
                        <a:t>Recall</a:t>
                      </a:r>
                      <a:endParaRPr lang="en-US" dirty="0"/>
                    </a:p>
                  </a:txBody>
                  <a:tcPr/>
                </a:tc>
              </a:tr>
              <a:tr h="370840">
                <a:tc>
                  <a:txBody>
                    <a:bodyPr/>
                    <a:lstStyle/>
                    <a:p>
                      <a:r>
                        <a:rPr lang="en-US" dirty="0" smtClean="0"/>
                        <a:t>Class</a:t>
                      </a:r>
                      <a:r>
                        <a:rPr lang="en-US" baseline="0" dirty="0" smtClean="0"/>
                        <a:t> 0</a:t>
                      </a:r>
                      <a:endParaRPr lang="en-US" dirty="0"/>
                    </a:p>
                  </a:txBody>
                  <a:tcPr/>
                </a:tc>
                <a:tc>
                  <a:txBody>
                    <a:bodyPr/>
                    <a:lstStyle/>
                    <a:p>
                      <a:r>
                        <a:rPr lang="en-US" dirty="0" err="1" smtClean="0"/>
                        <a:t>Ori</a:t>
                      </a:r>
                      <a:r>
                        <a:rPr lang="en-US" dirty="0" smtClean="0"/>
                        <a:t>	: 0.86</a:t>
                      </a:r>
                    </a:p>
                    <a:p>
                      <a:r>
                        <a:rPr lang="en-US" dirty="0" err="1" smtClean="0"/>
                        <a:t>Sm</a:t>
                      </a:r>
                      <a:r>
                        <a:rPr lang="en-US" dirty="0" smtClean="0"/>
                        <a:t> 	: 0.86</a:t>
                      </a:r>
                    </a:p>
                    <a:p>
                      <a:r>
                        <a:rPr lang="en-US" dirty="0" smtClean="0"/>
                        <a:t>OS	: 0.90</a:t>
                      </a:r>
                      <a:endParaRPr lang="en-US" dirty="0"/>
                    </a:p>
                  </a:txBody>
                  <a:tcPr/>
                </a:tc>
                <a:tc>
                  <a:txBody>
                    <a:bodyPr/>
                    <a:lstStyle/>
                    <a:p>
                      <a:r>
                        <a:rPr lang="en-US" dirty="0" err="1" smtClean="0"/>
                        <a:t>Ori</a:t>
                      </a:r>
                      <a:r>
                        <a:rPr lang="en-US" dirty="0" smtClean="0"/>
                        <a:t>	: 0.93</a:t>
                      </a:r>
                    </a:p>
                    <a:p>
                      <a:r>
                        <a:rPr lang="en-US" dirty="0" err="1" smtClean="0"/>
                        <a:t>Sm</a:t>
                      </a:r>
                      <a:r>
                        <a:rPr lang="en-US" dirty="0" smtClean="0"/>
                        <a:t> 	: 0.89</a:t>
                      </a:r>
                    </a:p>
                    <a:p>
                      <a:r>
                        <a:rPr lang="en-US" dirty="0" smtClean="0"/>
                        <a:t>OS	: 0.85</a:t>
                      </a:r>
                    </a:p>
                  </a:txBody>
                  <a:tcPr/>
                </a:tc>
              </a:tr>
              <a:tr h="370840">
                <a:tc>
                  <a:txBody>
                    <a:bodyPr/>
                    <a:lstStyle/>
                    <a:p>
                      <a:r>
                        <a:rPr lang="en-US" dirty="0" smtClean="0"/>
                        <a:t>Class 1</a:t>
                      </a:r>
                      <a:endParaRPr lang="en-US" dirty="0"/>
                    </a:p>
                  </a:txBody>
                  <a:tcPr/>
                </a:tc>
                <a:tc>
                  <a:txBody>
                    <a:bodyPr/>
                    <a:lstStyle/>
                    <a:p>
                      <a:r>
                        <a:rPr lang="en-US" dirty="0" err="1" smtClean="0"/>
                        <a:t>Ori</a:t>
                      </a:r>
                      <a:r>
                        <a:rPr lang="en-US" dirty="0" smtClean="0"/>
                        <a:t>	: 0.86</a:t>
                      </a:r>
                    </a:p>
                    <a:p>
                      <a:r>
                        <a:rPr lang="en-US" dirty="0" err="1" smtClean="0"/>
                        <a:t>Sm</a:t>
                      </a:r>
                      <a:r>
                        <a:rPr lang="en-US" dirty="0" smtClean="0"/>
                        <a:t> 	:0. 89</a:t>
                      </a:r>
                    </a:p>
                    <a:p>
                      <a:r>
                        <a:rPr lang="en-US" dirty="0" smtClean="0"/>
                        <a:t>OS	: 0.77</a:t>
                      </a:r>
                    </a:p>
                  </a:txBody>
                  <a:tcPr/>
                </a:tc>
                <a:tc>
                  <a:txBody>
                    <a:bodyPr/>
                    <a:lstStyle/>
                    <a:p>
                      <a:r>
                        <a:rPr lang="en-US" dirty="0" err="1" smtClean="0"/>
                        <a:t>Ori</a:t>
                      </a:r>
                      <a:r>
                        <a:rPr lang="en-US" dirty="0" smtClean="0"/>
                        <a:t>	: 0.75</a:t>
                      </a:r>
                    </a:p>
                    <a:p>
                      <a:r>
                        <a:rPr lang="en-US" dirty="0" err="1" smtClean="0"/>
                        <a:t>Sm</a:t>
                      </a:r>
                      <a:r>
                        <a:rPr lang="en-US" dirty="0" smtClean="0"/>
                        <a:t> 	: 0.85</a:t>
                      </a:r>
                    </a:p>
                    <a:p>
                      <a:r>
                        <a:rPr lang="en-US" dirty="0" smtClean="0"/>
                        <a:t>OS	: 0.84</a:t>
                      </a:r>
                    </a:p>
                  </a:txBody>
                  <a:tcPr/>
                </a:tc>
              </a:tr>
            </a:tbl>
          </a:graphicData>
        </a:graphic>
      </p:graphicFrame>
      <p:graphicFrame>
        <p:nvGraphicFramePr>
          <p:cNvPr id="9" name="Content Placeholder 3"/>
          <p:cNvGraphicFramePr>
            <a:graphicFrameLocks/>
          </p:cNvGraphicFramePr>
          <p:nvPr>
            <p:extLst>
              <p:ext uri="{D42A27DB-BD31-4B8C-83A1-F6EECF244321}">
                <p14:modId xmlns:p14="http://schemas.microsoft.com/office/powerpoint/2010/main" val="1343408055"/>
              </p:ext>
            </p:extLst>
          </p:nvPr>
        </p:nvGraphicFramePr>
        <p:xfrm>
          <a:off x="6382044" y="3840480"/>
          <a:ext cx="5200356" cy="3017520"/>
        </p:xfrm>
        <a:graphic>
          <a:graphicData uri="http://schemas.openxmlformats.org/drawingml/2006/table">
            <a:tbl>
              <a:tblPr firstRow="1" bandRow="1">
                <a:tableStyleId>{5C22544A-7EE6-4342-B048-85BDC9FD1C3A}</a:tableStyleId>
              </a:tblPr>
              <a:tblGrid>
                <a:gridCol w="1733452"/>
                <a:gridCol w="1733452"/>
                <a:gridCol w="1733452"/>
              </a:tblGrid>
              <a:tr h="370840">
                <a:tc>
                  <a:txBody>
                    <a:bodyPr/>
                    <a:lstStyle/>
                    <a:p>
                      <a:r>
                        <a:rPr lang="en-US" dirty="0" err="1" smtClean="0"/>
                        <a:t>fillna_NonCat</a:t>
                      </a:r>
                      <a:endParaRPr lang="en-US" dirty="0" smtClean="0"/>
                    </a:p>
                    <a:p>
                      <a:r>
                        <a:rPr lang="en-US" dirty="0" smtClean="0"/>
                        <a:t>Accuracy = </a:t>
                      </a:r>
                    </a:p>
                    <a:p>
                      <a:r>
                        <a:rPr lang="en-US" dirty="0" smtClean="0"/>
                        <a:t>0.86, 0.88, 0.85</a:t>
                      </a:r>
                      <a:endParaRPr lang="en-US" dirty="0"/>
                    </a:p>
                  </a:txBody>
                  <a:tcPr/>
                </a:tc>
                <a:tc>
                  <a:txBody>
                    <a:bodyPr/>
                    <a:lstStyle/>
                    <a:p>
                      <a:r>
                        <a:rPr lang="en-US" dirty="0" smtClean="0"/>
                        <a:t>Precision</a:t>
                      </a:r>
                      <a:endParaRPr lang="en-US" dirty="0"/>
                    </a:p>
                  </a:txBody>
                  <a:tcPr/>
                </a:tc>
                <a:tc>
                  <a:txBody>
                    <a:bodyPr/>
                    <a:lstStyle/>
                    <a:p>
                      <a:r>
                        <a:rPr lang="en-US" dirty="0" smtClean="0"/>
                        <a:t>Recall</a:t>
                      </a:r>
                      <a:endParaRPr lang="en-US" dirty="0"/>
                    </a:p>
                  </a:txBody>
                  <a:tcPr/>
                </a:tc>
              </a:tr>
              <a:tr h="370840">
                <a:tc>
                  <a:txBody>
                    <a:bodyPr/>
                    <a:lstStyle/>
                    <a:p>
                      <a:r>
                        <a:rPr lang="en-US" dirty="0" smtClean="0"/>
                        <a:t>Class</a:t>
                      </a:r>
                      <a:r>
                        <a:rPr lang="en-US" baseline="0" dirty="0" smtClean="0"/>
                        <a:t> 0</a:t>
                      </a:r>
                      <a:endParaRPr lang="en-US" dirty="0"/>
                    </a:p>
                  </a:txBody>
                  <a:tcPr/>
                </a:tc>
                <a:tc>
                  <a:txBody>
                    <a:bodyPr/>
                    <a:lstStyle/>
                    <a:p>
                      <a:r>
                        <a:rPr lang="en-US" dirty="0" err="1" smtClean="0"/>
                        <a:t>Ori</a:t>
                      </a:r>
                      <a:r>
                        <a:rPr lang="en-US" dirty="0" smtClean="0"/>
                        <a:t>	: 0.86</a:t>
                      </a:r>
                    </a:p>
                    <a:p>
                      <a:r>
                        <a:rPr lang="en-US" dirty="0" err="1" smtClean="0"/>
                        <a:t>Sm</a:t>
                      </a:r>
                      <a:r>
                        <a:rPr lang="en-US" dirty="0" smtClean="0"/>
                        <a:t> 	: 0.86</a:t>
                      </a:r>
                    </a:p>
                    <a:p>
                      <a:r>
                        <a:rPr lang="en-US" dirty="0" smtClean="0"/>
                        <a:t>OS	: 0.90</a:t>
                      </a:r>
                      <a:endParaRPr lang="en-US" dirty="0"/>
                    </a:p>
                  </a:txBody>
                  <a:tcPr/>
                </a:tc>
                <a:tc>
                  <a:txBody>
                    <a:bodyPr/>
                    <a:lstStyle/>
                    <a:p>
                      <a:r>
                        <a:rPr lang="en-US" dirty="0" err="1" smtClean="0"/>
                        <a:t>Ori</a:t>
                      </a:r>
                      <a:r>
                        <a:rPr lang="en-US" dirty="0" smtClean="0"/>
                        <a:t>	: 0.92</a:t>
                      </a:r>
                    </a:p>
                    <a:p>
                      <a:r>
                        <a:rPr lang="en-US" dirty="0" err="1" smtClean="0"/>
                        <a:t>Sm</a:t>
                      </a:r>
                      <a:r>
                        <a:rPr lang="en-US" dirty="0" smtClean="0"/>
                        <a:t> 	: 0.90</a:t>
                      </a:r>
                    </a:p>
                    <a:p>
                      <a:r>
                        <a:rPr lang="en-US" dirty="0" smtClean="0"/>
                        <a:t>OS	: 0.85</a:t>
                      </a:r>
                    </a:p>
                  </a:txBody>
                  <a:tcPr/>
                </a:tc>
              </a:tr>
              <a:tr h="370840">
                <a:tc>
                  <a:txBody>
                    <a:bodyPr/>
                    <a:lstStyle/>
                    <a:p>
                      <a:r>
                        <a:rPr lang="en-US" dirty="0" smtClean="0"/>
                        <a:t>Class 1</a:t>
                      </a:r>
                      <a:endParaRPr lang="en-US" dirty="0"/>
                    </a:p>
                  </a:txBody>
                  <a:tcPr/>
                </a:tc>
                <a:tc>
                  <a:txBody>
                    <a:bodyPr/>
                    <a:lstStyle/>
                    <a:p>
                      <a:r>
                        <a:rPr lang="en-US" dirty="0" err="1" smtClean="0"/>
                        <a:t>Ori</a:t>
                      </a:r>
                      <a:r>
                        <a:rPr lang="en-US" dirty="0" smtClean="0"/>
                        <a:t>	: 0.85</a:t>
                      </a:r>
                    </a:p>
                    <a:p>
                      <a:r>
                        <a:rPr lang="en-US" dirty="0" err="1" smtClean="0"/>
                        <a:t>Sm</a:t>
                      </a:r>
                      <a:r>
                        <a:rPr lang="en-US" dirty="0" smtClean="0"/>
                        <a:t> 	: 0.89</a:t>
                      </a:r>
                    </a:p>
                    <a:p>
                      <a:r>
                        <a:rPr lang="en-US" dirty="0" smtClean="0"/>
                        <a:t>OS	: 0.77</a:t>
                      </a:r>
                    </a:p>
                  </a:txBody>
                  <a:tcPr/>
                </a:tc>
                <a:tc>
                  <a:txBody>
                    <a:bodyPr/>
                    <a:lstStyle/>
                    <a:p>
                      <a:r>
                        <a:rPr lang="en-US" dirty="0" err="1" smtClean="0"/>
                        <a:t>Ori</a:t>
                      </a:r>
                      <a:r>
                        <a:rPr lang="en-US" dirty="0" smtClean="0"/>
                        <a:t>	: 0.75</a:t>
                      </a:r>
                    </a:p>
                    <a:p>
                      <a:r>
                        <a:rPr lang="en-US" dirty="0" err="1" smtClean="0"/>
                        <a:t>Sm</a:t>
                      </a:r>
                      <a:r>
                        <a:rPr lang="en-US" dirty="0" smtClean="0"/>
                        <a:t> 	: 0.86</a:t>
                      </a:r>
                    </a:p>
                    <a:p>
                      <a:r>
                        <a:rPr lang="en-US" dirty="0" smtClean="0"/>
                        <a:t>OS	: 0.85</a:t>
                      </a:r>
                    </a:p>
                  </a:txBody>
                  <a:tcPr/>
                </a:tc>
              </a:tr>
            </a:tbl>
          </a:graphicData>
        </a:graphic>
      </p:graphicFrame>
    </p:spTree>
    <p:extLst>
      <p:ext uri="{BB962C8B-B14F-4D97-AF65-F5344CB8AC3E}">
        <p14:creationId xmlns:p14="http://schemas.microsoft.com/office/powerpoint/2010/main" val="4186212630"/>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XGBoost</a:t>
            </a:r>
            <a:r>
              <a:rPr lang="en-US" dirty="0" smtClean="0"/>
              <a:t> Train-Test Comparison</a:t>
            </a:r>
            <a:endParaRPr lang="en-US" dirty="0"/>
          </a:p>
        </p:txBody>
      </p:sp>
      <p:sp>
        <p:nvSpPr>
          <p:cNvPr id="3" name="Content Placeholder 2"/>
          <p:cNvSpPr>
            <a:spLocks noGrp="1"/>
          </p:cNvSpPr>
          <p:nvPr>
            <p:ph idx="1"/>
          </p:nvPr>
        </p:nvSpPr>
        <p:spPr/>
        <p:txBody>
          <a:bodyPr/>
          <a:lstStyle/>
          <a:p>
            <a:endParaRPr lang="en-US" dirty="0"/>
          </a:p>
        </p:txBody>
      </p:sp>
      <p:graphicFrame>
        <p:nvGraphicFramePr>
          <p:cNvPr id="4" name="Content Placeholder 3"/>
          <p:cNvGraphicFramePr>
            <a:graphicFrameLocks/>
          </p:cNvGraphicFramePr>
          <p:nvPr>
            <p:extLst>
              <p:ext uri="{D42A27DB-BD31-4B8C-83A1-F6EECF244321}">
                <p14:modId xmlns:p14="http://schemas.microsoft.com/office/powerpoint/2010/main" val="263308589"/>
              </p:ext>
            </p:extLst>
          </p:nvPr>
        </p:nvGraphicFramePr>
        <p:xfrm>
          <a:off x="609600" y="1600201"/>
          <a:ext cx="5200356" cy="3017520"/>
        </p:xfrm>
        <a:graphic>
          <a:graphicData uri="http://schemas.openxmlformats.org/drawingml/2006/table">
            <a:tbl>
              <a:tblPr firstRow="1" bandRow="1">
                <a:tableStyleId>{5C22544A-7EE6-4342-B048-85BDC9FD1C3A}</a:tableStyleId>
              </a:tblPr>
              <a:tblGrid>
                <a:gridCol w="1733452"/>
                <a:gridCol w="1733452"/>
                <a:gridCol w="1733452"/>
              </a:tblGrid>
              <a:tr h="370840">
                <a:tc>
                  <a:txBody>
                    <a:bodyPr/>
                    <a:lstStyle/>
                    <a:p>
                      <a:r>
                        <a:rPr lang="en-US" dirty="0" err="1" smtClean="0"/>
                        <a:t>Drop_NonCat</a:t>
                      </a:r>
                      <a:endParaRPr lang="en-US" dirty="0" smtClean="0"/>
                    </a:p>
                    <a:p>
                      <a:r>
                        <a:rPr lang="en-US" dirty="0" smtClean="0"/>
                        <a:t>Accuracy = </a:t>
                      </a:r>
                    </a:p>
                    <a:p>
                      <a:r>
                        <a:rPr lang="en-US" dirty="0" smtClean="0"/>
                        <a:t>0.85, 0.87, 0.84</a:t>
                      </a:r>
                      <a:endParaRPr lang="en-US" dirty="0"/>
                    </a:p>
                  </a:txBody>
                  <a:tcPr/>
                </a:tc>
                <a:tc>
                  <a:txBody>
                    <a:bodyPr/>
                    <a:lstStyle/>
                    <a:p>
                      <a:r>
                        <a:rPr lang="en-US" dirty="0" smtClean="0"/>
                        <a:t>Precision</a:t>
                      </a:r>
                      <a:endParaRPr lang="en-US" dirty="0"/>
                    </a:p>
                  </a:txBody>
                  <a:tcPr/>
                </a:tc>
                <a:tc>
                  <a:txBody>
                    <a:bodyPr/>
                    <a:lstStyle/>
                    <a:p>
                      <a:r>
                        <a:rPr lang="en-US" dirty="0" smtClean="0"/>
                        <a:t>Recall</a:t>
                      </a:r>
                      <a:endParaRPr lang="en-US" dirty="0"/>
                    </a:p>
                  </a:txBody>
                  <a:tcPr/>
                </a:tc>
              </a:tr>
              <a:tr h="370840">
                <a:tc>
                  <a:txBody>
                    <a:bodyPr/>
                    <a:lstStyle/>
                    <a:p>
                      <a:r>
                        <a:rPr lang="en-US" dirty="0" smtClean="0"/>
                        <a:t>Class</a:t>
                      </a:r>
                      <a:r>
                        <a:rPr lang="en-US" baseline="0" dirty="0" smtClean="0"/>
                        <a:t> 0</a:t>
                      </a:r>
                      <a:endParaRPr lang="en-US" dirty="0"/>
                    </a:p>
                  </a:txBody>
                  <a:tcPr/>
                </a:tc>
                <a:tc>
                  <a:txBody>
                    <a:bodyPr/>
                    <a:lstStyle/>
                    <a:p>
                      <a:r>
                        <a:rPr lang="en-US" dirty="0" err="1" smtClean="0"/>
                        <a:t>Ori</a:t>
                      </a:r>
                      <a:r>
                        <a:rPr lang="en-US" dirty="0" smtClean="0"/>
                        <a:t>	: 0.85</a:t>
                      </a:r>
                    </a:p>
                    <a:p>
                      <a:r>
                        <a:rPr lang="en-US" dirty="0" err="1" smtClean="0"/>
                        <a:t>Sm</a:t>
                      </a:r>
                      <a:r>
                        <a:rPr lang="en-US" dirty="0" smtClean="0"/>
                        <a:t> 	: 0.85</a:t>
                      </a:r>
                    </a:p>
                    <a:p>
                      <a:r>
                        <a:rPr lang="en-US" dirty="0" smtClean="0"/>
                        <a:t>OS	: 0.88</a:t>
                      </a:r>
                      <a:endParaRPr lang="en-US" dirty="0"/>
                    </a:p>
                  </a:txBody>
                  <a:tcPr/>
                </a:tc>
                <a:tc>
                  <a:txBody>
                    <a:bodyPr/>
                    <a:lstStyle/>
                    <a:p>
                      <a:r>
                        <a:rPr lang="en-US" dirty="0" err="1" smtClean="0"/>
                        <a:t>Ori</a:t>
                      </a:r>
                      <a:r>
                        <a:rPr lang="en-US" dirty="0" smtClean="0"/>
                        <a:t>	: 0.92</a:t>
                      </a:r>
                    </a:p>
                    <a:p>
                      <a:r>
                        <a:rPr lang="en-US" dirty="0" err="1" smtClean="0"/>
                        <a:t>Sm</a:t>
                      </a:r>
                      <a:r>
                        <a:rPr lang="en-US" dirty="0" smtClean="0"/>
                        <a:t> 	: 0.89</a:t>
                      </a:r>
                    </a:p>
                    <a:p>
                      <a:r>
                        <a:rPr lang="en-US" dirty="0" smtClean="0"/>
                        <a:t>OS	: 0.86</a:t>
                      </a:r>
                    </a:p>
                  </a:txBody>
                  <a:tcPr/>
                </a:tc>
              </a:tr>
              <a:tr h="370840">
                <a:tc>
                  <a:txBody>
                    <a:bodyPr/>
                    <a:lstStyle/>
                    <a:p>
                      <a:r>
                        <a:rPr lang="en-US" dirty="0" smtClean="0"/>
                        <a:t>Class 1</a:t>
                      </a:r>
                      <a:endParaRPr lang="en-US" dirty="0"/>
                    </a:p>
                  </a:txBody>
                  <a:tcPr/>
                </a:tc>
                <a:tc>
                  <a:txBody>
                    <a:bodyPr/>
                    <a:lstStyle/>
                    <a:p>
                      <a:r>
                        <a:rPr lang="en-US" dirty="0" err="1" smtClean="0"/>
                        <a:t>Ori</a:t>
                      </a:r>
                      <a:r>
                        <a:rPr lang="en-US" dirty="0" smtClean="0"/>
                        <a:t>	: 0.84</a:t>
                      </a:r>
                    </a:p>
                    <a:p>
                      <a:r>
                        <a:rPr lang="en-US" dirty="0" err="1" smtClean="0"/>
                        <a:t>Sm</a:t>
                      </a:r>
                      <a:r>
                        <a:rPr lang="en-US" dirty="0" smtClean="0"/>
                        <a:t> 	: 0.89</a:t>
                      </a:r>
                    </a:p>
                    <a:p>
                      <a:r>
                        <a:rPr lang="en-US" dirty="0" smtClean="0"/>
                        <a:t>OS	: 0.77</a:t>
                      </a:r>
                    </a:p>
                  </a:txBody>
                  <a:tcPr/>
                </a:tc>
                <a:tc>
                  <a:txBody>
                    <a:bodyPr/>
                    <a:lstStyle/>
                    <a:p>
                      <a:r>
                        <a:rPr lang="en-US" dirty="0" err="1" smtClean="0"/>
                        <a:t>Ori</a:t>
                      </a:r>
                      <a:r>
                        <a:rPr lang="en-US" dirty="0" smtClean="0"/>
                        <a:t>	: 0.73</a:t>
                      </a:r>
                    </a:p>
                    <a:p>
                      <a:r>
                        <a:rPr lang="en-US" dirty="0" err="1" smtClean="0"/>
                        <a:t>Sm</a:t>
                      </a:r>
                      <a:r>
                        <a:rPr lang="en-US" dirty="0" smtClean="0"/>
                        <a:t> 	: 0.85</a:t>
                      </a:r>
                    </a:p>
                    <a:p>
                      <a:r>
                        <a:rPr lang="en-US" dirty="0" smtClean="0"/>
                        <a:t>OS	: 0.81</a:t>
                      </a:r>
                    </a:p>
                  </a:txBody>
                  <a:tcPr/>
                </a:tc>
              </a:tr>
            </a:tbl>
          </a:graphicData>
        </a:graphic>
      </p:graphicFrame>
      <p:graphicFrame>
        <p:nvGraphicFramePr>
          <p:cNvPr id="5" name="Content Placeholder 3"/>
          <p:cNvGraphicFramePr>
            <a:graphicFrameLocks/>
          </p:cNvGraphicFramePr>
          <p:nvPr>
            <p:extLst>
              <p:ext uri="{D42A27DB-BD31-4B8C-83A1-F6EECF244321}">
                <p14:modId xmlns:p14="http://schemas.microsoft.com/office/powerpoint/2010/main" val="2110364923"/>
              </p:ext>
            </p:extLst>
          </p:nvPr>
        </p:nvGraphicFramePr>
        <p:xfrm>
          <a:off x="6382044" y="1600201"/>
          <a:ext cx="5200356" cy="3017520"/>
        </p:xfrm>
        <a:graphic>
          <a:graphicData uri="http://schemas.openxmlformats.org/drawingml/2006/table">
            <a:tbl>
              <a:tblPr firstRow="1" bandRow="1">
                <a:tableStyleId>{5C22544A-7EE6-4342-B048-85BDC9FD1C3A}</a:tableStyleId>
              </a:tblPr>
              <a:tblGrid>
                <a:gridCol w="1733452"/>
                <a:gridCol w="1733452"/>
                <a:gridCol w="1733452"/>
              </a:tblGrid>
              <a:tr h="370840">
                <a:tc>
                  <a:txBody>
                    <a:bodyPr/>
                    <a:lstStyle/>
                    <a:p>
                      <a:r>
                        <a:rPr lang="en-US" dirty="0" err="1" smtClean="0"/>
                        <a:t>Drop_NonCat</a:t>
                      </a:r>
                      <a:endParaRPr lang="en-US" dirty="0" smtClean="0"/>
                    </a:p>
                    <a:p>
                      <a:r>
                        <a:rPr lang="en-US" dirty="0" smtClean="0"/>
                        <a:t>Accuracy = </a:t>
                      </a:r>
                    </a:p>
                    <a:p>
                      <a:r>
                        <a:rPr lang="en-US" dirty="0" smtClean="0"/>
                        <a:t>0.85, 0.87, 0.84</a:t>
                      </a:r>
                      <a:endParaRPr lang="en-US" dirty="0"/>
                    </a:p>
                  </a:txBody>
                  <a:tcPr/>
                </a:tc>
                <a:tc>
                  <a:txBody>
                    <a:bodyPr/>
                    <a:lstStyle/>
                    <a:p>
                      <a:r>
                        <a:rPr lang="en-US" dirty="0" smtClean="0"/>
                        <a:t>Precision</a:t>
                      </a:r>
                      <a:endParaRPr lang="en-US" dirty="0"/>
                    </a:p>
                  </a:txBody>
                  <a:tcPr/>
                </a:tc>
                <a:tc>
                  <a:txBody>
                    <a:bodyPr/>
                    <a:lstStyle/>
                    <a:p>
                      <a:r>
                        <a:rPr lang="en-US" dirty="0" smtClean="0"/>
                        <a:t>Recall</a:t>
                      </a:r>
                      <a:endParaRPr lang="en-US" dirty="0"/>
                    </a:p>
                  </a:txBody>
                  <a:tcPr/>
                </a:tc>
              </a:tr>
              <a:tr h="370840">
                <a:tc>
                  <a:txBody>
                    <a:bodyPr/>
                    <a:lstStyle/>
                    <a:p>
                      <a:r>
                        <a:rPr lang="en-US" dirty="0" smtClean="0"/>
                        <a:t>Class</a:t>
                      </a:r>
                      <a:r>
                        <a:rPr lang="en-US" baseline="0" dirty="0" smtClean="0"/>
                        <a:t> 0</a:t>
                      </a:r>
                      <a:endParaRPr lang="en-US" dirty="0"/>
                    </a:p>
                  </a:txBody>
                  <a:tcPr/>
                </a:tc>
                <a:tc>
                  <a:txBody>
                    <a:bodyPr/>
                    <a:lstStyle/>
                    <a:p>
                      <a:r>
                        <a:rPr lang="en-US" dirty="0" err="1" smtClean="0"/>
                        <a:t>Ori</a:t>
                      </a:r>
                      <a:r>
                        <a:rPr lang="en-US" dirty="0" smtClean="0"/>
                        <a:t>	: 0.85</a:t>
                      </a:r>
                    </a:p>
                    <a:p>
                      <a:r>
                        <a:rPr lang="en-US" dirty="0" err="1" smtClean="0"/>
                        <a:t>Sm</a:t>
                      </a:r>
                      <a:r>
                        <a:rPr lang="en-US" dirty="0" smtClean="0"/>
                        <a:t> 	: 0.86</a:t>
                      </a:r>
                    </a:p>
                    <a:p>
                      <a:r>
                        <a:rPr lang="en-US" dirty="0" smtClean="0"/>
                        <a:t>OS	: 0.89</a:t>
                      </a:r>
                      <a:endParaRPr lang="en-US" dirty="0"/>
                    </a:p>
                  </a:txBody>
                  <a:tcPr/>
                </a:tc>
                <a:tc>
                  <a:txBody>
                    <a:bodyPr/>
                    <a:lstStyle/>
                    <a:p>
                      <a:r>
                        <a:rPr lang="en-US" dirty="0" err="1" smtClean="0"/>
                        <a:t>Ori</a:t>
                      </a:r>
                      <a:r>
                        <a:rPr lang="en-US" dirty="0" smtClean="0"/>
                        <a:t>	: 0.92</a:t>
                      </a:r>
                    </a:p>
                    <a:p>
                      <a:r>
                        <a:rPr lang="en-US" dirty="0" err="1" smtClean="0"/>
                        <a:t>Sm</a:t>
                      </a:r>
                      <a:r>
                        <a:rPr lang="en-US" dirty="0" smtClean="0"/>
                        <a:t> 	: 0.89</a:t>
                      </a:r>
                    </a:p>
                    <a:p>
                      <a:r>
                        <a:rPr lang="en-US" dirty="0" smtClean="0"/>
                        <a:t>OS	: 0.86</a:t>
                      </a:r>
                    </a:p>
                  </a:txBody>
                  <a:tcPr/>
                </a:tc>
              </a:tr>
              <a:tr h="370840">
                <a:tc>
                  <a:txBody>
                    <a:bodyPr/>
                    <a:lstStyle/>
                    <a:p>
                      <a:r>
                        <a:rPr lang="en-US" dirty="0" smtClean="0"/>
                        <a:t>Class 1</a:t>
                      </a:r>
                      <a:endParaRPr lang="en-US" dirty="0"/>
                    </a:p>
                  </a:txBody>
                  <a:tcPr/>
                </a:tc>
                <a:tc>
                  <a:txBody>
                    <a:bodyPr/>
                    <a:lstStyle/>
                    <a:p>
                      <a:r>
                        <a:rPr lang="en-US" dirty="0" err="1" smtClean="0"/>
                        <a:t>Ori</a:t>
                      </a:r>
                      <a:r>
                        <a:rPr lang="en-US" dirty="0" smtClean="0"/>
                        <a:t>	: 0.84</a:t>
                      </a:r>
                    </a:p>
                    <a:p>
                      <a:r>
                        <a:rPr lang="en-US" dirty="0" err="1" smtClean="0"/>
                        <a:t>Sm</a:t>
                      </a:r>
                      <a:r>
                        <a:rPr lang="en-US" dirty="0" smtClean="0"/>
                        <a:t> 	: 0.80</a:t>
                      </a:r>
                    </a:p>
                    <a:p>
                      <a:r>
                        <a:rPr lang="en-US" dirty="0" smtClean="0"/>
                        <a:t>OS	: 0.77</a:t>
                      </a:r>
                    </a:p>
                  </a:txBody>
                  <a:tcPr/>
                </a:tc>
                <a:tc>
                  <a:txBody>
                    <a:bodyPr/>
                    <a:lstStyle/>
                    <a:p>
                      <a:r>
                        <a:rPr lang="en-US" dirty="0" err="1" smtClean="0"/>
                        <a:t>Ori</a:t>
                      </a:r>
                      <a:r>
                        <a:rPr lang="en-US" dirty="0" smtClean="0"/>
                        <a:t>	: 0.73</a:t>
                      </a:r>
                    </a:p>
                    <a:p>
                      <a:r>
                        <a:rPr lang="en-US" dirty="0" err="1" smtClean="0"/>
                        <a:t>Sm</a:t>
                      </a:r>
                      <a:r>
                        <a:rPr lang="en-US" dirty="0" smtClean="0"/>
                        <a:t> 	: 0.76</a:t>
                      </a:r>
                    </a:p>
                    <a:p>
                      <a:r>
                        <a:rPr lang="en-US" dirty="0" smtClean="0"/>
                        <a:t>OS	: 0.81</a:t>
                      </a:r>
                    </a:p>
                  </a:txBody>
                  <a:tcPr/>
                </a:tc>
              </a:tr>
            </a:tbl>
          </a:graphicData>
        </a:graphic>
      </p:graphicFrame>
    </p:spTree>
    <p:extLst>
      <p:ext uri="{BB962C8B-B14F-4D97-AF65-F5344CB8AC3E}">
        <p14:creationId xmlns:p14="http://schemas.microsoft.com/office/powerpoint/2010/main" val="4016033587"/>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280960" y="1600200"/>
            <a:ext cx="5630079" cy="4525963"/>
          </a:xfrm>
          <a:prstGeom prst="rect">
            <a:avLst/>
          </a:prstGeom>
        </p:spPr>
      </p:pic>
    </p:spTree>
    <p:extLst>
      <p:ext uri="{BB962C8B-B14F-4D97-AF65-F5344CB8AC3E}">
        <p14:creationId xmlns:p14="http://schemas.microsoft.com/office/powerpoint/2010/main" val="1972057463"/>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657044" y="2186399"/>
            <a:ext cx="4877911" cy="3353564"/>
          </a:xfrm>
          <a:prstGeom prst="rect">
            <a:avLst/>
          </a:prstGeom>
        </p:spPr>
      </p:pic>
    </p:spTree>
    <p:extLst>
      <p:ext uri="{BB962C8B-B14F-4D97-AF65-F5344CB8AC3E}">
        <p14:creationId xmlns:p14="http://schemas.microsoft.com/office/powerpoint/2010/main" val="998111380"/>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pic>
        <p:nvPicPr>
          <p:cNvPr id="4" name="Content Placeholder 3"/>
          <p:cNvPicPr>
            <a:picLocks noGrp="1" noChangeAspect="1"/>
          </p:cNvPicPr>
          <p:nvPr>
            <p:ph idx="1"/>
          </p:nvPr>
        </p:nvPicPr>
        <p:blipFill>
          <a:blip r:embed="rId2"/>
          <a:stretch>
            <a:fillRect/>
          </a:stretch>
        </p:blipFill>
        <p:spPr>
          <a:xfrm>
            <a:off x="4773851" y="4065563"/>
            <a:ext cx="2644297" cy="2792437"/>
          </a:xfrm>
          <a:prstGeom prst="rect">
            <a:avLst/>
          </a:prstGeom>
        </p:spPr>
      </p:pic>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718039"/>
            <a:ext cx="12192000" cy="3347524"/>
          </a:xfrm>
          <a:prstGeom prst="rect">
            <a:avLst/>
          </a:prstGeom>
        </p:spPr>
      </p:pic>
    </p:spTree>
    <p:extLst>
      <p:ext uri="{BB962C8B-B14F-4D97-AF65-F5344CB8AC3E}">
        <p14:creationId xmlns:p14="http://schemas.microsoft.com/office/powerpoint/2010/main" val="3431048149"/>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Conclusion</a:t>
            </a:r>
            <a:endParaRPr lang="en-US" dirty="0"/>
          </a:p>
        </p:txBody>
      </p:sp>
      <p:sp>
        <p:nvSpPr>
          <p:cNvPr id="3" name="Content Placeholder 2"/>
          <p:cNvSpPr>
            <a:spLocks noGrp="1"/>
          </p:cNvSpPr>
          <p:nvPr>
            <p:ph idx="1"/>
          </p:nvPr>
        </p:nvSpPr>
        <p:spPr/>
        <p:txBody>
          <a:bodyPr/>
          <a:lstStyle/>
          <a:p>
            <a:pPr algn="just"/>
            <a:r>
              <a:rPr lang="en-US" dirty="0" err="1" smtClean="0"/>
              <a:t>XGBoost</a:t>
            </a:r>
            <a:r>
              <a:rPr lang="en-US" dirty="0" smtClean="0"/>
              <a:t> is used to avoid over-fitting.</a:t>
            </a:r>
          </a:p>
          <a:p>
            <a:pPr algn="just"/>
            <a:r>
              <a:rPr lang="en-US" dirty="0" smtClean="0"/>
              <a:t>Hotels with no deposit could try to implement non-refundable deposits or refundable deposits.</a:t>
            </a:r>
          </a:p>
          <a:p>
            <a:pPr algn="just"/>
            <a:r>
              <a:rPr lang="en-US" dirty="0" smtClean="0"/>
              <a:t>Hotels could choose to overbook guests that are likely to cancel and have a walk option as a contingency.</a:t>
            </a:r>
            <a:endParaRPr lang="en-US" dirty="0"/>
          </a:p>
        </p:txBody>
      </p:sp>
    </p:spTree>
    <p:extLst>
      <p:ext uri="{BB962C8B-B14F-4D97-AF65-F5344CB8AC3E}">
        <p14:creationId xmlns:p14="http://schemas.microsoft.com/office/powerpoint/2010/main" val="1753235002"/>
      </p:ext>
    </p:extLst>
  </p:cSld>
  <p:clrMapOvr>
    <a:masterClrMapping/>
  </p:clrMapOvr>
</p:sld>
</file>

<file path=ppt/theme/theme1.xml><?xml version="1.0" encoding="utf-8"?>
<a:theme xmlns:a="http://schemas.openxmlformats.org/drawingml/2006/main" name="Theme2">
  <a:themeElements>
    <a:clrScheme name="Diseño predeterminado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Diseño predeterminado">
      <a:majorFont>
        <a:latin typeface="Arial"/>
        <a:ea typeface=""/>
        <a:cs typeface="Arial"/>
      </a:majorFont>
      <a:minorFont>
        <a:latin typeface="Arial"/>
        <a:ea typeface=""/>
        <a:cs typeface="Arial"/>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Diseño predeterminado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iseño predeterminado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iseño predeterminado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iseño predeterminado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iseño predeterminado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iseño predeterminado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iseño predeterminado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iseño predeterminado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iseño predeterminado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iseño predeterminado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iseño predeterminado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iseño predeterminado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Theme2</Template>
  <TotalTime>1357</TotalTime>
  <Words>1081</Words>
  <Application>Microsoft Office PowerPoint</Application>
  <PresentationFormat>Widescreen</PresentationFormat>
  <Paragraphs>274</Paragraphs>
  <Slides>18</Slides>
  <Notes>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18</vt:i4>
      </vt:variant>
    </vt:vector>
  </HeadingPairs>
  <TitlesOfParts>
    <vt:vector size="22" baseType="lpstr">
      <vt:lpstr>Arial</vt:lpstr>
      <vt:lpstr>Calibri</vt:lpstr>
      <vt:lpstr>Courier New</vt:lpstr>
      <vt:lpstr>Theme2</vt:lpstr>
      <vt:lpstr>Hotel Bookings</vt:lpstr>
      <vt:lpstr>Outline</vt:lpstr>
      <vt:lpstr>Objective</vt:lpstr>
      <vt:lpstr>hotel_bookings data</vt:lpstr>
      <vt:lpstr>Data Explanation</vt:lpstr>
      <vt:lpstr>Data Explanation</vt:lpstr>
      <vt:lpstr>Data Explanation</vt:lpstr>
      <vt:lpstr>Data Explanation</vt:lpstr>
      <vt:lpstr>PowerPoint Presentation</vt:lpstr>
      <vt:lpstr>PowerPoint Presentation</vt:lpstr>
      <vt:lpstr>Machine Learning</vt:lpstr>
      <vt:lpstr>Model Evaluation</vt:lpstr>
      <vt:lpstr>XGBoost</vt:lpstr>
      <vt:lpstr>XGBoost Train-Test Comparison</vt:lpstr>
      <vt:lpstr>PowerPoint Presentation</vt:lpstr>
      <vt:lpstr>PowerPoint Presentation</vt:lpstr>
      <vt:lpstr>PowerPoint Presentation</vt:lpstr>
      <vt:lpstr>Conclusion</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Hotel Bookings</dc:title>
  <dc:creator>Widoseno Atri</dc:creator>
  <cp:lastModifiedBy>Widoseno Atri</cp:lastModifiedBy>
  <cp:revision>22</cp:revision>
  <dcterms:created xsi:type="dcterms:W3CDTF">2020-04-04T10:49:43Z</dcterms:created>
  <dcterms:modified xsi:type="dcterms:W3CDTF">2020-07-15T17:02:50Z</dcterms:modified>
</cp:coreProperties>
</file>